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customXml/itemProps55.xml" ContentType="application/vnd.openxmlformats-officedocument.customXmlProperties+xml"/>
  <Override PartName="/customXml/itemProps56.xml" ContentType="application/vnd.openxmlformats-officedocument.customXmlProperties+xml"/>
  <Override PartName="/customXml/itemProps57.xml" ContentType="application/vnd.openxmlformats-officedocument.customXmlPropertie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62.xml" ContentType="application/vnd.openxmlformats-officedocument.customXmlProperties+xml"/>
  <Override PartName="/customXml/itemProps63.xml" ContentType="application/vnd.openxmlformats-officedocument.customXmlProperties+xml"/>
  <Override PartName="/customXml/itemProps64.xml" ContentType="application/vnd.openxmlformats-officedocument.customXmlProperties+xml"/>
  <Override PartName="/customXml/itemProps65.xml" ContentType="application/vnd.openxmlformats-officedocument.customXmlProperties+xml"/>
  <Override PartName="/customXml/itemProps66.xml" ContentType="application/vnd.openxmlformats-officedocument.customXmlProperties+xml"/>
  <Override PartName="/customXml/itemProps67.xml" ContentType="application/vnd.openxmlformats-officedocument.customXmlProperties+xml"/>
  <Override PartName="/customXml/itemProps68.xml" ContentType="application/vnd.openxmlformats-officedocument.customXmlProperties+xml"/>
  <Override PartName="/customXml/itemProps69.xml" ContentType="application/vnd.openxmlformats-officedocument.customXmlProperties+xml"/>
  <Override PartName="/customXml/itemProps70.xml" ContentType="application/vnd.openxmlformats-officedocument.customXmlProperties+xml"/>
  <Override PartName="/customXml/itemProps71.xml" ContentType="application/vnd.openxmlformats-officedocument.customXmlProperties+xml"/>
  <Override PartName="/customXml/itemProps72.xml" ContentType="application/vnd.openxmlformats-officedocument.customXmlProperties+xml"/>
  <Override PartName="/customXml/itemProps73.xml" ContentType="application/vnd.openxmlformats-officedocument.customXmlProperties+xml"/>
  <Override PartName="/customXml/itemProps74.xml" ContentType="application/vnd.openxmlformats-officedocument.customXmlProperties+xml"/>
  <Override PartName="/customXml/itemProps75.xml" ContentType="application/vnd.openxmlformats-officedocument.customXmlProperties+xml"/>
  <Override PartName="/customXml/itemProps76.xml" ContentType="application/vnd.openxmlformats-officedocument.customXmlProperties+xml"/>
  <Override PartName="/customXml/itemProps77.xml" ContentType="application/vnd.openxmlformats-officedocument.customXmlProperties+xml"/>
  <Override PartName="/customXml/itemProps78.xml" ContentType="application/vnd.openxmlformats-officedocument.customXmlProperties+xml"/>
  <Override PartName="/customXml/itemProps79.xml" ContentType="application/vnd.openxmlformats-officedocument.customXmlProperties+xml"/>
  <Override PartName="/customXml/itemProps80.xml" ContentType="application/vnd.openxmlformats-officedocument.customXmlProperties+xml"/>
  <Override PartName="/customXml/itemProps81.xml" ContentType="application/vnd.openxmlformats-officedocument.customXmlProperties+xml"/>
  <Override PartName="/customXml/itemProps82.xml" ContentType="application/vnd.openxmlformats-officedocument.customXmlProperties+xml"/>
  <Override PartName="/customXml/itemProps83.xml" ContentType="application/vnd.openxmlformats-officedocument.customXmlProperties+xml"/>
  <Override PartName="/customXml/itemProps84.xml" ContentType="application/vnd.openxmlformats-officedocument.customXmlProperties+xml"/>
  <Override PartName="/customXml/itemProps85.xml" ContentType="application/vnd.openxmlformats-officedocument.customXmlProperties+xml"/>
  <Override PartName="/customXml/itemProps86.xml" ContentType="application/vnd.openxmlformats-officedocument.customXmlProperties+xml"/>
  <Override PartName="/customXml/itemProps87.xml" ContentType="application/vnd.openxmlformats-officedocument.customXmlProperties+xml"/>
  <Override PartName="/customXml/itemProps88.xml" ContentType="application/vnd.openxmlformats-officedocument.customXmlProperties+xml"/>
  <Override PartName="/customXml/itemProps89.xml" ContentType="application/vnd.openxmlformats-officedocument.customXmlProperties+xml"/>
  <Override PartName="/customXml/itemProps90.xml" ContentType="application/vnd.openxmlformats-officedocument.customXmlProperties+xml"/>
  <Override PartName="/customXml/itemProps91.xml" ContentType="application/vnd.openxmlformats-officedocument.customXmlProperties+xml"/>
  <Override PartName="/customXml/itemProps92.xml" ContentType="application/vnd.openxmlformats-officedocument.customXmlProperties+xml"/>
  <Override PartName="/customXml/itemProps93.xml" ContentType="application/vnd.openxmlformats-officedocument.customXmlProperties+xml"/>
  <Override PartName="/customXml/itemProps94.xml" ContentType="application/vnd.openxmlformats-officedocument.customXmlProperties+xml"/>
  <Override PartName="/customXml/itemProps95.xml" ContentType="application/vnd.openxmlformats-officedocument.customXmlProperties+xml"/>
  <Override PartName="/customXml/itemProps96.xml" ContentType="application/vnd.openxmlformats-officedocument.customXmlProperties+xml"/>
  <Override PartName="/customXml/itemProps97.xml" ContentType="application/vnd.openxmlformats-officedocument.customXmlProperties+xml"/>
  <Override PartName="/customXml/itemProps98.xml" ContentType="application/vnd.openxmlformats-officedocument.customXmlProperties+xml"/>
  <Override PartName="/customXml/itemProps99.xml" ContentType="application/vnd.openxmlformats-officedocument.customXmlProperties+xml"/>
  <Override PartName="/customXml/itemProps100.xml" ContentType="application/vnd.openxmlformats-officedocument.customXmlProperties+xml"/>
  <Override PartName="/customXml/itemProps101.xml" ContentType="application/vnd.openxmlformats-officedocument.customXmlProperties+xml"/>
  <Override PartName="/customXml/itemProps102.xml" ContentType="application/vnd.openxmlformats-officedocument.customXmlProperties+xml"/>
  <Override PartName="/customXml/itemProps103.xml" ContentType="application/vnd.openxmlformats-officedocument.customXmlProperties+xml"/>
  <Override PartName="/customXml/itemProps104.xml" ContentType="application/vnd.openxmlformats-officedocument.customXmlProperties+xml"/>
  <Override PartName="/customXml/itemProps105.xml" ContentType="application/vnd.openxmlformats-officedocument.customXmlProperties+xml"/>
  <Override PartName="/customXml/itemProps106.xml" ContentType="application/vnd.openxmlformats-officedocument.customXmlProperties+xml"/>
  <Override PartName="/customXml/itemProps107.xml" ContentType="application/vnd.openxmlformats-officedocument.customXmlProperties+xml"/>
  <Override PartName="/customXml/itemProps108.xml" ContentType="application/vnd.openxmlformats-officedocument.customXmlProperties+xml"/>
  <Override PartName="/customXml/itemProps109.xml" ContentType="application/vnd.openxmlformats-officedocument.customXmlProperties+xml"/>
  <Override PartName="/customXml/itemProps110.xml" ContentType="application/vnd.openxmlformats-officedocument.customXmlProperties+xml"/>
  <Override PartName="/customXml/itemProps111.xml" ContentType="application/vnd.openxmlformats-officedocument.customXmlProperties+xml"/>
  <Override PartName="/customXml/itemProps112.xml" ContentType="application/vnd.openxmlformats-officedocument.customXmlProperties+xml"/>
  <Override PartName="/customXml/itemProps113.xml" ContentType="application/vnd.openxmlformats-officedocument.customXmlProperties+xml"/>
  <Override PartName="/customXml/itemProps114.xml" ContentType="application/vnd.openxmlformats-officedocument.customXmlProperties+xml"/>
  <Override PartName="/customXml/itemProps115.xml" ContentType="application/vnd.openxmlformats-officedocument.customXmlProperties+xml"/>
  <Override PartName="/customXml/itemProps116.xml" ContentType="application/vnd.openxmlformats-officedocument.customXmlProperties+xml"/>
  <Override PartName="/customXml/itemProps117.xml" ContentType="application/vnd.openxmlformats-officedocument.customXmlProperties+xml"/>
  <Override PartName="/customXml/itemProps118.xml" ContentType="application/vnd.openxmlformats-officedocument.customXmlProperties+xml"/>
  <Override PartName="/customXml/itemProps119.xml" ContentType="application/vnd.openxmlformats-officedocument.customXmlProperties+xml"/>
  <Override PartName="/customXml/itemProps120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21"/>
  </p:sldMasterIdLst>
  <p:sldIdLst>
    <p:sldId id="256" r:id="rId122"/>
    <p:sldId id="257" r:id="rId123"/>
    <p:sldId id="258" r:id="rId1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customXml" Target="../customXml/item26.xml"/><Relationship Id="rId117" Type="http://schemas.openxmlformats.org/officeDocument/2006/relationships/customXml" Target="../customXml/item117.xml"/><Relationship Id="rId21" Type="http://schemas.openxmlformats.org/officeDocument/2006/relationships/customXml" Target="../customXml/item21.xml"/><Relationship Id="rId42" Type="http://schemas.openxmlformats.org/officeDocument/2006/relationships/customXml" Target="../customXml/item42.xml"/><Relationship Id="rId47" Type="http://schemas.openxmlformats.org/officeDocument/2006/relationships/customXml" Target="../customXml/item47.xml"/><Relationship Id="rId63" Type="http://schemas.openxmlformats.org/officeDocument/2006/relationships/customXml" Target="../customXml/item63.xml"/><Relationship Id="rId68" Type="http://schemas.openxmlformats.org/officeDocument/2006/relationships/customXml" Target="../customXml/item68.xml"/><Relationship Id="rId84" Type="http://schemas.openxmlformats.org/officeDocument/2006/relationships/customXml" Target="../customXml/item84.xml"/><Relationship Id="rId89" Type="http://schemas.openxmlformats.org/officeDocument/2006/relationships/customXml" Target="../customXml/item89.xml"/><Relationship Id="rId112" Type="http://schemas.openxmlformats.org/officeDocument/2006/relationships/customXml" Target="../customXml/item112.xml"/><Relationship Id="rId16" Type="http://schemas.openxmlformats.org/officeDocument/2006/relationships/customXml" Target="../customXml/item16.xml"/><Relationship Id="rId107" Type="http://schemas.openxmlformats.org/officeDocument/2006/relationships/customXml" Target="../customXml/item107.xml"/><Relationship Id="rId11" Type="http://schemas.openxmlformats.org/officeDocument/2006/relationships/customXml" Target="../customXml/item11.xml"/><Relationship Id="rId32" Type="http://schemas.openxmlformats.org/officeDocument/2006/relationships/customXml" Target="../customXml/item32.xml"/><Relationship Id="rId37" Type="http://schemas.openxmlformats.org/officeDocument/2006/relationships/customXml" Target="../customXml/item37.xml"/><Relationship Id="rId53" Type="http://schemas.openxmlformats.org/officeDocument/2006/relationships/customXml" Target="../customXml/item53.xml"/><Relationship Id="rId58" Type="http://schemas.openxmlformats.org/officeDocument/2006/relationships/customXml" Target="../customXml/item58.xml"/><Relationship Id="rId74" Type="http://schemas.openxmlformats.org/officeDocument/2006/relationships/customXml" Target="../customXml/item74.xml"/><Relationship Id="rId79" Type="http://schemas.openxmlformats.org/officeDocument/2006/relationships/customXml" Target="../customXml/item79.xml"/><Relationship Id="rId102" Type="http://schemas.openxmlformats.org/officeDocument/2006/relationships/customXml" Target="../customXml/item102.xml"/><Relationship Id="rId123" Type="http://schemas.openxmlformats.org/officeDocument/2006/relationships/slide" Target="slides/slide2.xml"/><Relationship Id="rId128" Type="http://schemas.openxmlformats.org/officeDocument/2006/relationships/tableStyles" Target="tableStyles.xml"/><Relationship Id="rId5" Type="http://schemas.openxmlformats.org/officeDocument/2006/relationships/customXml" Target="../customXml/item5.xml"/><Relationship Id="rId90" Type="http://schemas.openxmlformats.org/officeDocument/2006/relationships/customXml" Target="../customXml/item90.xml"/><Relationship Id="rId95" Type="http://schemas.openxmlformats.org/officeDocument/2006/relationships/customXml" Target="../customXml/item95.xml"/><Relationship Id="rId19" Type="http://schemas.openxmlformats.org/officeDocument/2006/relationships/customXml" Target="../customXml/item1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30" Type="http://schemas.openxmlformats.org/officeDocument/2006/relationships/customXml" Target="../customXml/item30.xml"/><Relationship Id="rId35" Type="http://schemas.openxmlformats.org/officeDocument/2006/relationships/customXml" Target="../customXml/item35.xml"/><Relationship Id="rId43" Type="http://schemas.openxmlformats.org/officeDocument/2006/relationships/customXml" Target="../customXml/item43.xml"/><Relationship Id="rId48" Type="http://schemas.openxmlformats.org/officeDocument/2006/relationships/customXml" Target="../customXml/item48.xml"/><Relationship Id="rId56" Type="http://schemas.openxmlformats.org/officeDocument/2006/relationships/customXml" Target="../customXml/item56.xml"/><Relationship Id="rId64" Type="http://schemas.openxmlformats.org/officeDocument/2006/relationships/customXml" Target="../customXml/item64.xml"/><Relationship Id="rId69" Type="http://schemas.openxmlformats.org/officeDocument/2006/relationships/customXml" Target="../customXml/item69.xml"/><Relationship Id="rId77" Type="http://schemas.openxmlformats.org/officeDocument/2006/relationships/customXml" Target="../customXml/item77.xml"/><Relationship Id="rId100" Type="http://schemas.openxmlformats.org/officeDocument/2006/relationships/customXml" Target="../customXml/item100.xml"/><Relationship Id="rId105" Type="http://schemas.openxmlformats.org/officeDocument/2006/relationships/customXml" Target="../customXml/item105.xml"/><Relationship Id="rId113" Type="http://schemas.openxmlformats.org/officeDocument/2006/relationships/customXml" Target="../customXml/item113.xml"/><Relationship Id="rId118" Type="http://schemas.openxmlformats.org/officeDocument/2006/relationships/customXml" Target="../customXml/item118.xml"/><Relationship Id="rId126" Type="http://schemas.openxmlformats.org/officeDocument/2006/relationships/viewProps" Target="viewProps.xml"/><Relationship Id="rId8" Type="http://schemas.openxmlformats.org/officeDocument/2006/relationships/customXml" Target="../customXml/item8.xml"/><Relationship Id="rId51" Type="http://schemas.openxmlformats.org/officeDocument/2006/relationships/customXml" Target="../customXml/item51.xml"/><Relationship Id="rId72" Type="http://schemas.openxmlformats.org/officeDocument/2006/relationships/customXml" Target="../customXml/item72.xml"/><Relationship Id="rId80" Type="http://schemas.openxmlformats.org/officeDocument/2006/relationships/customXml" Target="../customXml/item80.xml"/><Relationship Id="rId85" Type="http://schemas.openxmlformats.org/officeDocument/2006/relationships/customXml" Target="../customXml/item85.xml"/><Relationship Id="rId93" Type="http://schemas.openxmlformats.org/officeDocument/2006/relationships/customXml" Target="../customXml/item93.xml"/><Relationship Id="rId98" Type="http://schemas.openxmlformats.org/officeDocument/2006/relationships/customXml" Target="../customXml/item98.xml"/><Relationship Id="rId121" Type="http://schemas.openxmlformats.org/officeDocument/2006/relationships/slideMaster" Target="slideMasters/slideMaster1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customXml" Target="../customXml/item33.xml"/><Relationship Id="rId38" Type="http://schemas.openxmlformats.org/officeDocument/2006/relationships/customXml" Target="../customXml/item38.xml"/><Relationship Id="rId46" Type="http://schemas.openxmlformats.org/officeDocument/2006/relationships/customXml" Target="../customXml/item46.xml"/><Relationship Id="rId59" Type="http://schemas.openxmlformats.org/officeDocument/2006/relationships/customXml" Target="../customXml/item59.xml"/><Relationship Id="rId67" Type="http://schemas.openxmlformats.org/officeDocument/2006/relationships/customXml" Target="../customXml/item67.xml"/><Relationship Id="rId103" Type="http://schemas.openxmlformats.org/officeDocument/2006/relationships/customXml" Target="../customXml/item103.xml"/><Relationship Id="rId108" Type="http://schemas.openxmlformats.org/officeDocument/2006/relationships/customXml" Target="../customXml/item108.xml"/><Relationship Id="rId116" Type="http://schemas.openxmlformats.org/officeDocument/2006/relationships/customXml" Target="../customXml/item116.xml"/><Relationship Id="rId124" Type="http://schemas.openxmlformats.org/officeDocument/2006/relationships/slide" Target="slides/slide3.xml"/><Relationship Id="rId129" Type="http://schemas.microsoft.com/office/2015/10/relationships/revisionInfo" Target="revisionInfo.xml"/><Relationship Id="rId20" Type="http://schemas.openxmlformats.org/officeDocument/2006/relationships/customXml" Target="../customXml/item20.xml"/><Relationship Id="rId41" Type="http://schemas.openxmlformats.org/officeDocument/2006/relationships/customXml" Target="../customXml/item41.xml"/><Relationship Id="rId54" Type="http://schemas.openxmlformats.org/officeDocument/2006/relationships/customXml" Target="../customXml/item54.xml"/><Relationship Id="rId62" Type="http://schemas.openxmlformats.org/officeDocument/2006/relationships/customXml" Target="../customXml/item62.xml"/><Relationship Id="rId70" Type="http://schemas.openxmlformats.org/officeDocument/2006/relationships/customXml" Target="../customXml/item70.xml"/><Relationship Id="rId75" Type="http://schemas.openxmlformats.org/officeDocument/2006/relationships/customXml" Target="../customXml/item75.xml"/><Relationship Id="rId83" Type="http://schemas.openxmlformats.org/officeDocument/2006/relationships/customXml" Target="../customXml/item83.xml"/><Relationship Id="rId88" Type="http://schemas.openxmlformats.org/officeDocument/2006/relationships/customXml" Target="../customXml/item88.xml"/><Relationship Id="rId91" Type="http://schemas.openxmlformats.org/officeDocument/2006/relationships/customXml" Target="../customXml/item91.xml"/><Relationship Id="rId96" Type="http://schemas.openxmlformats.org/officeDocument/2006/relationships/customXml" Target="../customXml/item96.xml"/><Relationship Id="rId111" Type="http://schemas.openxmlformats.org/officeDocument/2006/relationships/customXml" Target="../customXml/item11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36" Type="http://schemas.openxmlformats.org/officeDocument/2006/relationships/customXml" Target="../customXml/item36.xml"/><Relationship Id="rId49" Type="http://schemas.openxmlformats.org/officeDocument/2006/relationships/customXml" Target="../customXml/item49.xml"/><Relationship Id="rId57" Type="http://schemas.openxmlformats.org/officeDocument/2006/relationships/customXml" Target="../customXml/item57.xml"/><Relationship Id="rId106" Type="http://schemas.openxmlformats.org/officeDocument/2006/relationships/customXml" Target="../customXml/item106.xml"/><Relationship Id="rId114" Type="http://schemas.openxmlformats.org/officeDocument/2006/relationships/customXml" Target="../customXml/item114.xml"/><Relationship Id="rId119" Type="http://schemas.openxmlformats.org/officeDocument/2006/relationships/customXml" Target="../customXml/item119.xml"/><Relationship Id="rId127" Type="http://schemas.openxmlformats.org/officeDocument/2006/relationships/theme" Target="theme/theme1.xml"/><Relationship Id="rId10" Type="http://schemas.openxmlformats.org/officeDocument/2006/relationships/customXml" Target="../customXml/item10.xml"/><Relationship Id="rId31" Type="http://schemas.openxmlformats.org/officeDocument/2006/relationships/customXml" Target="../customXml/item31.xml"/><Relationship Id="rId44" Type="http://schemas.openxmlformats.org/officeDocument/2006/relationships/customXml" Target="../customXml/item44.xml"/><Relationship Id="rId52" Type="http://schemas.openxmlformats.org/officeDocument/2006/relationships/customXml" Target="../customXml/item52.xml"/><Relationship Id="rId60" Type="http://schemas.openxmlformats.org/officeDocument/2006/relationships/customXml" Target="../customXml/item60.xml"/><Relationship Id="rId65" Type="http://schemas.openxmlformats.org/officeDocument/2006/relationships/customXml" Target="../customXml/item65.xml"/><Relationship Id="rId73" Type="http://schemas.openxmlformats.org/officeDocument/2006/relationships/customXml" Target="../customXml/item73.xml"/><Relationship Id="rId78" Type="http://schemas.openxmlformats.org/officeDocument/2006/relationships/customXml" Target="../customXml/item78.xml"/><Relationship Id="rId81" Type="http://schemas.openxmlformats.org/officeDocument/2006/relationships/customXml" Target="../customXml/item81.xml"/><Relationship Id="rId86" Type="http://schemas.openxmlformats.org/officeDocument/2006/relationships/customXml" Target="../customXml/item86.xml"/><Relationship Id="rId94" Type="http://schemas.openxmlformats.org/officeDocument/2006/relationships/customXml" Target="../customXml/item94.xml"/><Relationship Id="rId99" Type="http://schemas.openxmlformats.org/officeDocument/2006/relationships/customXml" Target="../customXml/item99.xml"/><Relationship Id="rId101" Type="http://schemas.openxmlformats.org/officeDocument/2006/relationships/customXml" Target="../customXml/item101.xml"/><Relationship Id="rId122" Type="http://schemas.openxmlformats.org/officeDocument/2006/relationships/slide" Target="slides/slide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39" Type="http://schemas.openxmlformats.org/officeDocument/2006/relationships/customXml" Target="../customXml/item39.xml"/><Relationship Id="rId109" Type="http://schemas.openxmlformats.org/officeDocument/2006/relationships/customXml" Target="../customXml/item109.xml"/><Relationship Id="rId34" Type="http://schemas.openxmlformats.org/officeDocument/2006/relationships/customXml" Target="../customXml/item34.xml"/><Relationship Id="rId50" Type="http://schemas.openxmlformats.org/officeDocument/2006/relationships/customXml" Target="../customXml/item50.xml"/><Relationship Id="rId55" Type="http://schemas.openxmlformats.org/officeDocument/2006/relationships/customXml" Target="../customXml/item55.xml"/><Relationship Id="rId76" Type="http://schemas.openxmlformats.org/officeDocument/2006/relationships/customXml" Target="../customXml/item76.xml"/><Relationship Id="rId97" Type="http://schemas.openxmlformats.org/officeDocument/2006/relationships/customXml" Target="../customXml/item97.xml"/><Relationship Id="rId104" Type="http://schemas.openxmlformats.org/officeDocument/2006/relationships/customXml" Target="../customXml/item104.xml"/><Relationship Id="rId120" Type="http://schemas.openxmlformats.org/officeDocument/2006/relationships/customXml" Target="../customXml/item120.xml"/><Relationship Id="rId125" Type="http://schemas.openxmlformats.org/officeDocument/2006/relationships/presProps" Target="presProps.xml"/><Relationship Id="rId7" Type="http://schemas.openxmlformats.org/officeDocument/2006/relationships/customXml" Target="../customXml/item7.xml"/><Relationship Id="rId71" Type="http://schemas.openxmlformats.org/officeDocument/2006/relationships/customXml" Target="../customXml/item71.xml"/><Relationship Id="rId92" Type="http://schemas.openxmlformats.org/officeDocument/2006/relationships/customXml" Target="../customXml/item92.xml"/><Relationship Id="rId2" Type="http://schemas.openxmlformats.org/officeDocument/2006/relationships/customXml" Target="../customXml/item2.xml"/><Relationship Id="rId29" Type="http://schemas.openxmlformats.org/officeDocument/2006/relationships/customXml" Target="../customXml/item29.xml"/><Relationship Id="rId24" Type="http://schemas.openxmlformats.org/officeDocument/2006/relationships/customXml" Target="../customXml/item24.xml"/><Relationship Id="rId40" Type="http://schemas.openxmlformats.org/officeDocument/2006/relationships/customXml" Target="../customXml/item40.xml"/><Relationship Id="rId45" Type="http://schemas.openxmlformats.org/officeDocument/2006/relationships/customXml" Target="../customXml/item45.xml"/><Relationship Id="rId66" Type="http://schemas.openxmlformats.org/officeDocument/2006/relationships/customXml" Target="../customXml/item66.xml"/><Relationship Id="rId87" Type="http://schemas.openxmlformats.org/officeDocument/2006/relationships/customXml" Target="../customXml/item87.xml"/><Relationship Id="rId110" Type="http://schemas.openxmlformats.org/officeDocument/2006/relationships/customXml" Target="../customXml/item110.xml"/><Relationship Id="rId115" Type="http://schemas.openxmlformats.org/officeDocument/2006/relationships/customXml" Target="../customXml/item115.xml"/><Relationship Id="rId61" Type="http://schemas.openxmlformats.org/officeDocument/2006/relationships/customXml" Target="../customXml/item61.xml"/><Relationship Id="rId82" Type="http://schemas.openxmlformats.org/officeDocument/2006/relationships/customXml" Target="../customXml/item8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897E8-5882-4644-A497-34340B574701}" type="datetimeFigureOut">
              <a:rPr lang="en-US" smtClean="0"/>
              <a:t>9/11/2017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47C3-332F-40DE-A114-28B5C1D2A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32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897E8-5882-4644-A497-34340B574701}" type="datetimeFigureOut">
              <a:rPr lang="en-US" smtClean="0"/>
              <a:t>9/11/2017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47C3-332F-40DE-A114-28B5C1D2A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380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897E8-5882-4644-A497-34340B574701}" type="datetimeFigureOut">
              <a:rPr lang="en-US" smtClean="0"/>
              <a:t>9/11/2017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47C3-332F-40DE-A114-28B5C1D2A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0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897E8-5882-4644-A497-34340B574701}" type="datetimeFigureOut">
              <a:rPr lang="en-US" smtClean="0"/>
              <a:t>9/11/2017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47C3-332F-40DE-A114-28B5C1D2A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20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897E8-5882-4644-A497-34340B574701}" type="datetimeFigureOut">
              <a:rPr lang="en-US" smtClean="0"/>
              <a:t>9/11/2017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47C3-332F-40DE-A114-28B5C1D2A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444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897E8-5882-4644-A497-34340B574701}" type="datetimeFigureOut">
              <a:rPr lang="en-US" smtClean="0"/>
              <a:t>9/11/2017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47C3-332F-40DE-A114-28B5C1D2A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005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897E8-5882-4644-A497-34340B574701}" type="datetimeFigureOut">
              <a:rPr lang="en-US" smtClean="0"/>
              <a:t>9/11/2017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47C3-332F-40DE-A114-28B5C1D2A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649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897E8-5882-4644-A497-34340B574701}" type="datetimeFigureOut">
              <a:rPr lang="en-US" smtClean="0"/>
              <a:t>9/11/2017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47C3-332F-40DE-A114-28B5C1D2A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643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897E8-5882-4644-A497-34340B574701}" type="datetimeFigureOut">
              <a:rPr lang="en-US" smtClean="0"/>
              <a:t>9/11/2017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47C3-332F-40DE-A114-28B5C1D2A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879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897E8-5882-4644-A497-34340B574701}" type="datetimeFigureOut">
              <a:rPr lang="en-US" smtClean="0"/>
              <a:t>9/11/2017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47C3-332F-40DE-A114-28B5C1D2A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347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897E8-5882-4644-A497-34340B574701}" type="datetimeFigureOut">
              <a:rPr lang="en-US" smtClean="0"/>
              <a:t>9/11/2017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47C3-332F-40DE-A114-28B5C1D2A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63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0897E8-5882-4644-A497-34340B574701}" type="datetimeFigureOut">
              <a:rPr lang="en-US" smtClean="0"/>
              <a:t>9/11/2017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847C3-332F-40DE-A114-28B5C1D2A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84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../customXml/item42.xml"/><Relationship Id="rId13" Type="http://schemas.openxmlformats.org/officeDocument/2006/relationships/customXml" Target="../../customXml/item13.xml"/><Relationship Id="rId18" Type="http://schemas.openxmlformats.org/officeDocument/2006/relationships/customXml" Target="../../customXml/item52.xml"/><Relationship Id="rId26" Type="http://schemas.openxmlformats.org/officeDocument/2006/relationships/customXml" Target="../../customXml/item109.xml"/><Relationship Id="rId3" Type="http://schemas.openxmlformats.org/officeDocument/2006/relationships/customXml" Target="../../customXml/item44.xml"/><Relationship Id="rId21" Type="http://schemas.openxmlformats.org/officeDocument/2006/relationships/customXml" Target="../../customXml/item74.xml"/><Relationship Id="rId7" Type="http://schemas.openxmlformats.org/officeDocument/2006/relationships/customXml" Target="../../customXml/item82.xml"/><Relationship Id="rId12" Type="http://schemas.openxmlformats.org/officeDocument/2006/relationships/customXml" Target="../../customXml/item108.xml"/><Relationship Id="rId17" Type="http://schemas.openxmlformats.org/officeDocument/2006/relationships/customXml" Target="../../customXml/item24.xml"/><Relationship Id="rId25" Type="http://schemas.openxmlformats.org/officeDocument/2006/relationships/customXml" Target="../../customXml/item66.xml"/><Relationship Id="rId2" Type="http://schemas.openxmlformats.org/officeDocument/2006/relationships/customXml" Target="../../customXml/item12.xml"/><Relationship Id="rId16" Type="http://schemas.openxmlformats.org/officeDocument/2006/relationships/customXml" Target="../../customXml/item61.xml"/><Relationship Id="rId20" Type="http://schemas.openxmlformats.org/officeDocument/2006/relationships/customXml" Target="../../customXml/item90.xml"/><Relationship Id="rId29" Type="http://schemas.openxmlformats.org/officeDocument/2006/relationships/image" Target="../media/image2.png"/><Relationship Id="rId1" Type="http://schemas.openxmlformats.org/officeDocument/2006/relationships/customXml" Target="../../customXml/item45.xml"/><Relationship Id="rId6" Type="http://schemas.openxmlformats.org/officeDocument/2006/relationships/customXml" Target="../../customXml/item73.xml"/><Relationship Id="rId11" Type="http://schemas.openxmlformats.org/officeDocument/2006/relationships/customXml" Target="../../customXml/item31.xml"/><Relationship Id="rId24" Type="http://schemas.openxmlformats.org/officeDocument/2006/relationships/customXml" Target="../../customXml/item83.xml"/><Relationship Id="rId32" Type="http://schemas.openxmlformats.org/officeDocument/2006/relationships/image" Target="../media/image5.emf"/><Relationship Id="rId5" Type="http://schemas.openxmlformats.org/officeDocument/2006/relationships/customXml" Target="../../customXml/item40.xml"/><Relationship Id="rId15" Type="http://schemas.openxmlformats.org/officeDocument/2006/relationships/customXml" Target="../../customXml/item85.xml"/><Relationship Id="rId23" Type="http://schemas.openxmlformats.org/officeDocument/2006/relationships/customXml" Target="../../customXml/item17.xml"/><Relationship Id="rId28" Type="http://schemas.openxmlformats.org/officeDocument/2006/relationships/image" Target="../media/image1.png"/><Relationship Id="rId10" Type="http://schemas.openxmlformats.org/officeDocument/2006/relationships/customXml" Target="../../customXml/item41.xml"/><Relationship Id="rId19" Type="http://schemas.openxmlformats.org/officeDocument/2006/relationships/customXml" Target="../../customXml/item105.xml"/><Relationship Id="rId31" Type="http://schemas.openxmlformats.org/officeDocument/2006/relationships/image" Target="../media/image4.png"/><Relationship Id="rId4" Type="http://schemas.openxmlformats.org/officeDocument/2006/relationships/customXml" Target="../../customXml/item5.xml"/><Relationship Id="rId9" Type="http://schemas.openxmlformats.org/officeDocument/2006/relationships/customXml" Target="../../customXml/item71.xml"/><Relationship Id="rId14" Type="http://schemas.openxmlformats.org/officeDocument/2006/relationships/customXml" Target="../../customXml/item88.xml"/><Relationship Id="rId22" Type="http://schemas.openxmlformats.org/officeDocument/2006/relationships/customXml" Target="../../customXml/item22.xml"/><Relationship Id="rId27" Type="http://schemas.openxmlformats.org/officeDocument/2006/relationships/slideLayout" Target="../slideLayouts/slideLayout7.xml"/><Relationship Id="rId30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../customXml/item102.xml"/><Relationship Id="rId13" Type="http://schemas.openxmlformats.org/officeDocument/2006/relationships/customXml" Target="../../customXml/item39.xml"/><Relationship Id="rId18" Type="http://schemas.openxmlformats.org/officeDocument/2006/relationships/customXml" Target="../../customXml/item84.xml"/><Relationship Id="rId26" Type="http://schemas.openxmlformats.org/officeDocument/2006/relationships/customXml" Target="../../customXml/item98.xml"/><Relationship Id="rId39" Type="http://schemas.openxmlformats.org/officeDocument/2006/relationships/customXml" Target="../../customXml/item70.xml"/><Relationship Id="rId3" Type="http://schemas.openxmlformats.org/officeDocument/2006/relationships/customXml" Target="../../customXml/item94.xml"/><Relationship Id="rId21" Type="http://schemas.openxmlformats.org/officeDocument/2006/relationships/customXml" Target="../../customXml/item110.xml"/><Relationship Id="rId34" Type="http://schemas.openxmlformats.org/officeDocument/2006/relationships/customXml" Target="../../customXml/item7.xml"/><Relationship Id="rId42" Type="http://schemas.openxmlformats.org/officeDocument/2006/relationships/slideLayout" Target="../slideLayouts/slideLayout7.xml"/><Relationship Id="rId7" Type="http://schemas.openxmlformats.org/officeDocument/2006/relationships/customXml" Target="../../customXml/item89.xml"/><Relationship Id="rId12" Type="http://schemas.openxmlformats.org/officeDocument/2006/relationships/customXml" Target="../../customXml/item4.xml"/><Relationship Id="rId17" Type="http://schemas.openxmlformats.org/officeDocument/2006/relationships/customXml" Target="../../customXml/item86.xml"/><Relationship Id="rId25" Type="http://schemas.openxmlformats.org/officeDocument/2006/relationships/customXml" Target="../../customXml/item101.xml"/><Relationship Id="rId33" Type="http://schemas.openxmlformats.org/officeDocument/2006/relationships/customXml" Target="../../customXml/item21.xml"/><Relationship Id="rId38" Type="http://schemas.openxmlformats.org/officeDocument/2006/relationships/customXml" Target="../../customXml/item107.xml"/><Relationship Id="rId46" Type="http://schemas.openxmlformats.org/officeDocument/2006/relationships/image" Target="../media/image6.png"/><Relationship Id="rId2" Type="http://schemas.openxmlformats.org/officeDocument/2006/relationships/customXml" Target="../../customXml/item49.xml"/><Relationship Id="rId16" Type="http://schemas.openxmlformats.org/officeDocument/2006/relationships/customXml" Target="../../customXml/item46.xml"/><Relationship Id="rId20" Type="http://schemas.openxmlformats.org/officeDocument/2006/relationships/customXml" Target="../../customXml/item72.xml"/><Relationship Id="rId29" Type="http://schemas.openxmlformats.org/officeDocument/2006/relationships/customXml" Target="../../customXml/item60.xml"/><Relationship Id="rId41" Type="http://schemas.openxmlformats.org/officeDocument/2006/relationships/customXml" Target="../../customXml/item51.xml"/><Relationship Id="rId1" Type="http://schemas.openxmlformats.org/officeDocument/2006/relationships/customXml" Target="../../customXml/item65.xml"/><Relationship Id="rId6" Type="http://schemas.openxmlformats.org/officeDocument/2006/relationships/customXml" Target="../../customXml/item69.xml"/><Relationship Id="rId11" Type="http://schemas.openxmlformats.org/officeDocument/2006/relationships/customXml" Target="../../customXml/item32.xml"/><Relationship Id="rId24" Type="http://schemas.openxmlformats.org/officeDocument/2006/relationships/customXml" Target="../../customXml/item27.xml"/><Relationship Id="rId32" Type="http://schemas.openxmlformats.org/officeDocument/2006/relationships/customXml" Target="../../customXml/item62.xml"/><Relationship Id="rId37" Type="http://schemas.openxmlformats.org/officeDocument/2006/relationships/customXml" Target="../../customXml/item97.xml"/><Relationship Id="rId40" Type="http://schemas.openxmlformats.org/officeDocument/2006/relationships/customXml" Target="../../customXml/item2.xml"/><Relationship Id="rId45" Type="http://schemas.openxmlformats.org/officeDocument/2006/relationships/image" Target="../media/image3.png"/><Relationship Id="rId5" Type="http://schemas.openxmlformats.org/officeDocument/2006/relationships/customXml" Target="../../customXml/item20.xml"/><Relationship Id="rId15" Type="http://schemas.openxmlformats.org/officeDocument/2006/relationships/customXml" Target="../../customXml/item25.xml"/><Relationship Id="rId23" Type="http://schemas.openxmlformats.org/officeDocument/2006/relationships/customXml" Target="../../customXml/item19.xml"/><Relationship Id="rId28" Type="http://schemas.openxmlformats.org/officeDocument/2006/relationships/customXml" Target="../../customXml/item67.xml"/><Relationship Id="rId36" Type="http://schemas.openxmlformats.org/officeDocument/2006/relationships/customXml" Target="../../customXml/item8.xml"/><Relationship Id="rId10" Type="http://schemas.openxmlformats.org/officeDocument/2006/relationships/customXml" Target="../../customXml/item106.xml"/><Relationship Id="rId19" Type="http://schemas.openxmlformats.org/officeDocument/2006/relationships/customXml" Target="../../customXml/item64.xml"/><Relationship Id="rId31" Type="http://schemas.openxmlformats.org/officeDocument/2006/relationships/customXml" Target="../../customXml/item63.xml"/><Relationship Id="rId44" Type="http://schemas.openxmlformats.org/officeDocument/2006/relationships/image" Target="../media/image2.png"/><Relationship Id="rId4" Type="http://schemas.openxmlformats.org/officeDocument/2006/relationships/customXml" Target="../../customXml/item6.xml"/><Relationship Id="rId9" Type="http://schemas.openxmlformats.org/officeDocument/2006/relationships/customXml" Target="../../customXml/item43.xml"/><Relationship Id="rId14" Type="http://schemas.openxmlformats.org/officeDocument/2006/relationships/customXml" Target="../../customXml/item26.xml"/><Relationship Id="rId22" Type="http://schemas.openxmlformats.org/officeDocument/2006/relationships/customXml" Target="../../customXml/item100.xml"/><Relationship Id="rId27" Type="http://schemas.openxmlformats.org/officeDocument/2006/relationships/customXml" Target="../../customXml/item18.xml"/><Relationship Id="rId30" Type="http://schemas.openxmlformats.org/officeDocument/2006/relationships/customXml" Target="../../customXml/item50.xml"/><Relationship Id="rId35" Type="http://schemas.openxmlformats.org/officeDocument/2006/relationships/customXml" Target="../../customXml/item99.xml"/><Relationship Id="rId43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../customXml/item10.xml"/><Relationship Id="rId13" Type="http://schemas.openxmlformats.org/officeDocument/2006/relationships/customXml" Target="../../customXml/item15.xml"/><Relationship Id="rId18" Type="http://schemas.openxmlformats.org/officeDocument/2006/relationships/customXml" Target="../../customXml/item92.xml"/><Relationship Id="rId26" Type="http://schemas.openxmlformats.org/officeDocument/2006/relationships/customXml" Target="../../customXml/item87.xml"/><Relationship Id="rId39" Type="http://schemas.openxmlformats.org/officeDocument/2006/relationships/image" Target="../media/image3.png"/><Relationship Id="rId3" Type="http://schemas.openxmlformats.org/officeDocument/2006/relationships/customXml" Target="../../customXml/item33.xml"/><Relationship Id="rId21" Type="http://schemas.openxmlformats.org/officeDocument/2006/relationships/customXml" Target="../../customXml/item11.xml"/><Relationship Id="rId34" Type="http://schemas.openxmlformats.org/officeDocument/2006/relationships/customXml" Target="../../customXml/item81.xml"/><Relationship Id="rId42" Type="http://schemas.openxmlformats.org/officeDocument/2006/relationships/image" Target="../media/image9.png"/><Relationship Id="rId7" Type="http://schemas.openxmlformats.org/officeDocument/2006/relationships/customXml" Target="../../customXml/item76.xml"/><Relationship Id="rId12" Type="http://schemas.openxmlformats.org/officeDocument/2006/relationships/customXml" Target="../../customXml/item112.xml"/><Relationship Id="rId17" Type="http://schemas.openxmlformats.org/officeDocument/2006/relationships/customXml" Target="../../customXml/item79.xml"/><Relationship Id="rId25" Type="http://schemas.openxmlformats.org/officeDocument/2006/relationships/customXml" Target="../../customXml/item3.xml"/><Relationship Id="rId33" Type="http://schemas.openxmlformats.org/officeDocument/2006/relationships/customXml" Target="../../customXml/item47.xml"/><Relationship Id="rId38" Type="http://schemas.openxmlformats.org/officeDocument/2006/relationships/image" Target="../media/image2.png"/><Relationship Id="rId2" Type="http://schemas.openxmlformats.org/officeDocument/2006/relationships/customXml" Target="../../customXml/item95.xml"/><Relationship Id="rId16" Type="http://schemas.openxmlformats.org/officeDocument/2006/relationships/customXml" Target="../../customXml/item36.xml"/><Relationship Id="rId20" Type="http://schemas.openxmlformats.org/officeDocument/2006/relationships/customXml" Target="../../customXml/item29.xml"/><Relationship Id="rId29" Type="http://schemas.openxmlformats.org/officeDocument/2006/relationships/customXml" Target="../../customXml/item1.xml"/><Relationship Id="rId41" Type="http://schemas.openxmlformats.org/officeDocument/2006/relationships/image" Target="../media/image8.png"/><Relationship Id="rId1" Type="http://schemas.openxmlformats.org/officeDocument/2006/relationships/customXml" Target="../../customXml/item53.xml"/><Relationship Id="rId6" Type="http://schemas.openxmlformats.org/officeDocument/2006/relationships/customXml" Target="../../customXml/item54.xml"/><Relationship Id="rId11" Type="http://schemas.openxmlformats.org/officeDocument/2006/relationships/customXml" Target="../../customXml/item56.xml"/><Relationship Id="rId24" Type="http://schemas.openxmlformats.org/officeDocument/2006/relationships/customXml" Target="../../customXml/item68.xml"/><Relationship Id="rId32" Type="http://schemas.openxmlformats.org/officeDocument/2006/relationships/customXml" Target="../../customXml/item116.xml"/><Relationship Id="rId37" Type="http://schemas.openxmlformats.org/officeDocument/2006/relationships/image" Target="../media/image1.png"/><Relationship Id="rId40" Type="http://schemas.openxmlformats.org/officeDocument/2006/relationships/image" Target="../media/image7.png"/><Relationship Id="rId5" Type="http://schemas.openxmlformats.org/officeDocument/2006/relationships/customXml" Target="../../customXml/item9.xml"/><Relationship Id="rId15" Type="http://schemas.openxmlformats.org/officeDocument/2006/relationships/customXml" Target="../../customXml/item96.xml"/><Relationship Id="rId23" Type="http://schemas.openxmlformats.org/officeDocument/2006/relationships/customXml" Target="../../customXml/item30.xml"/><Relationship Id="rId28" Type="http://schemas.openxmlformats.org/officeDocument/2006/relationships/customXml" Target="../../customXml/item59.xml"/><Relationship Id="rId36" Type="http://schemas.openxmlformats.org/officeDocument/2006/relationships/slideLayout" Target="../slideLayouts/slideLayout7.xml"/><Relationship Id="rId10" Type="http://schemas.openxmlformats.org/officeDocument/2006/relationships/customXml" Target="../../customXml/item103.xml"/><Relationship Id="rId19" Type="http://schemas.openxmlformats.org/officeDocument/2006/relationships/customXml" Target="../../customXml/item37.xml"/><Relationship Id="rId31" Type="http://schemas.openxmlformats.org/officeDocument/2006/relationships/customXml" Target="../../customXml/item120.xml"/><Relationship Id="rId4" Type="http://schemas.openxmlformats.org/officeDocument/2006/relationships/customXml" Target="../../customXml/item75.xml"/><Relationship Id="rId9" Type="http://schemas.openxmlformats.org/officeDocument/2006/relationships/customXml" Target="../../customXml/item78.xml"/><Relationship Id="rId14" Type="http://schemas.openxmlformats.org/officeDocument/2006/relationships/customXml" Target="../../customXml/item57.xml"/><Relationship Id="rId22" Type="http://schemas.openxmlformats.org/officeDocument/2006/relationships/customXml" Target="../../customXml/item93.xml"/><Relationship Id="rId27" Type="http://schemas.openxmlformats.org/officeDocument/2006/relationships/customXml" Target="../../customXml/item104.xml"/><Relationship Id="rId30" Type="http://schemas.openxmlformats.org/officeDocument/2006/relationships/customXml" Target="../../customXml/item117.xml"/><Relationship Id="rId35" Type="http://schemas.openxmlformats.org/officeDocument/2006/relationships/customXml" Target="../../customXml/item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>
            <p:custDataLst>
              <p:custData r:id="rId1"/>
            </p:custDataLst>
          </p:nvPr>
        </p:nvSpPr>
        <p:spPr>
          <a:xfrm>
            <a:off x="239747" y="1092671"/>
            <a:ext cx="1208985" cy="249299"/>
          </a:xfrm>
          <a:prstGeom prst="rect">
            <a:avLst/>
          </a:prstGeom>
          <a:noFill/>
        </p:spPr>
        <p:txBody>
          <a:bodyPr wrap="none" lIns="91440" tIns="18288" rIns="91440" bIns="45720" rtlCol="0" anchor="ctr" anchorCtr="0">
            <a:spAutoFit/>
          </a:bodyPr>
          <a:lstStyle/>
          <a:p>
            <a:r>
              <a:rPr lang="en-US" sz="1200" b="1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Comic Sans MS" panose="030F0702030302020204" pitchFamily="66" charset="0"/>
                <a:ea typeface="Segoe UI" pitchFamily="34" charset="0"/>
                <a:cs typeface="Segoe UI" pitchFamily="34" charset="0"/>
              </a:rPr>
              <a:t>Injury Report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custDataLst>
              <p:custData r:id="rId2"/>
            </p:custDataLst>
            <p:extLst>
              <p:ext uri="{D42A27DB-BD31-4B8C-83A1-F6EECF244321}">
                <p14:modId xmlns:p14="http://schemas.microsoft.com/office/powerpoint/2010/main" val="1554609147"/>
              </p:ext>
            </p:extLst>
          </p:nvPr>
        </p:nvGraphicFramePr>
        <p:xfrm>
          <a:off x="2482849" y="1193214"/>
          <a:ext cx="9368839" cy="250510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95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6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78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90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2886"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886"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Emerald FL</a:t>
                      </a:r>
                    </a:p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He</a:t>
                      </a:r>
                      <a:r>
                        <a:rPr lang="en-US" sz="1100" baseline="0" dirty="0">
                          <a:solidFill>
                            <a:srgbClr val="000000"/>
                          </a:solidFill>
                        </a:rPr>
                        <a:t> said “ Hey </a:t>
                      </a:r>
                      <a:r>
                        <a:rPr lang="en-US" sz="1100" baseline="0" dirty="0" err="1">
                          <a:solidFill>
                            <a:srgbClr val="000000"/>
                          </a:solidFill>
                        </a:rPr>
                        <a:t>Ya’ll</a:t>
                      </a:r>
                      <a:r>
                        <a:rPr lang="en-US" sz="1100" baseline="0" dirty="0">
                          <a:solidFill>
                            <a:srgbClr val="000000"/>
                          </a:solidFill>
                        </a:rPr>
                        <a:t> watch this and the next thing he remembers was …</a:t>
                      </a:r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01/01/2000</a:t>
                      </a:r>
                    </a:p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28"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886"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886"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886"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886"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886"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 marL="56960" marR="56960" marT="0" marB="28480">
                    <a:lnL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Content"/>
          <p:cNvSpPr txBox="1"/>
          <p:nvPr>
            <p:custDataLst>
              <p:custData r:id="rId3"/>
            </p:custDataLst>
          </p:nvPr>
        </p:nvSpPr>
        <p:spPr>
          <a:xfrm>
            <a:off x="2562933" y="1584282"/>
            <a:ext cx="1787123" cy="249299"/>
          </a:xfrm>
          <a:prstGeom prst="rect">
            <a:avLst/>
          </a:prstGeom>
          <a:noFill/>
        </p:spPr>
        <p:txBody>
          <a:bodyPr wrap="square" lIns="91440" tIns="18288" rIns="91440" bIns="45720" rtlCol="0" anchor="ctr" anchorCtr="0">
            <a:spAutoFit/>
          </a:bodyPr>
          <a:lstStyle/>
          <a:p>
            <a:r>
              <a:rPr lang="en-US" sz="12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Comic Sans MS" panose="030F0702030302020204" pitchFamily="66" charset="0"/>
                <a:ea typeface="Segoe UI" pitchFamily="34" charset="0"/>
                <a:cs typeface="Segoe UI" pitchFamily="34" charset="0"/>
              </a:rPr>
              <a:t>Left Hand - Break</a:t>
            </a:r>
          </a:p>
        </p:txBody>
      </p:sp>
      <p:sp>
        <p:nvSpPr>
          <p:cNvPr id="5" name="Content"/>
          <p:cNvSpPr txBox="1"/>
          <p:nvPr>
            <p:custDataLst>
              <p:custData r:id="rId4"/>
            </p:custDataLst>
          </p:nvPr>
        </p:nvSpPr>
        <p:spPr>
          <a:xfrm>
            <a:off x="2558160" y="1217321"/>
            <a:ext cx="2138126" cy="230832"/>
          </a:xfrm>
          <a:prstGeom prst="rect">
            <a:avLst/>
          </a:prstGeom>
          <a:noFill/>
        </p:spPr>
        <p:txBody>
          <a:bodyPr wrap="square" lIns="91440" tIns="18288" rIns="91440" bIns="27432" rtlCol="0" anchor="ctr" anchorCtr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Injury</a:t>
            </a:r>
          </a:p>
        </p:txBody>
      </p:sp>
      <p:sp>
        <p:nvSpPr>
          <p:cNvPr id="6" name="Content"/>
          <p:cNvSpPr txBox="1"/>
          <p:nvPr>
            <p:custDataLst>
              <p:custData r:id="rId5"/>
            </p:custDataLst>
          </p:nvPr>
        </p:nvSpPr>
        <p:spPr>
          <a:xfrm>
            <a:off x="4804472" y="1252801"/>
            <a:ext cx="761747" cy="230832"/>
          </a:xfrm>
          <a:prstGeom prst="rect">
            <a:avLst/>
          </a:prstGeom>
          <a:noFill/>
        </p:spPr>
        <p:txBody>
          <a:bodyPr wrap="none" lIns="91440" tIns="18288" rIns="91440" bIns="27432" rtlCol="0" anchor="ctr" anchorCtr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Location</a:t>
            </a:r>
          </a:p>
        </p:txBody>
      </p:sp>
      <p:sp>
        <p:nvSpPr>
          <p:cNvPr id="7" name="Content"/>
          <p:cNvSpPr txBox="1"/>
          <p:nvPr>
            <p:custDataLst>
              <p:custData r:id="rId6"/>
            </p:custDataLst>
          </p:nvPr>
        </p:nvSpPr>
        <p:spPr>
          <a:xfrm>
            <a:off x="7017909" y="1235061"/>
            <a:ext cx="1868638" cy="230832"/>
          </a:xfrm>
          <a:prstGeom prst="rect">
            <a:avLst/>
          </a:prstGeom>
          <a:noFill/>
        </p:spPr>
        <p:txBody>
          <a:bodyPr wrap="square" lIns="91440" tIns="18288" rIns="91440" bIns="27432" rtlCol="0" anchor="ctr" anchorCtr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Description</a:t>
            </a:r>
          </a:p>
        </p:txBody>
      </p:sp>
      <p:sp>
        <p:nvSpPr>
          <p:cNvPr id="8" name="Content"/>
          <p:cNvSpPr txBox="1"/>
          <p:nvPr>
            <p:custDataLst>
              <p:custData r:id="rId7"/>
            </p:custDataLst>
          </p:nvPr>
        </p:nvSpPr>
        <p:spPr>
          <a:xfrm>
            <a:off x="9349778" y="1233945"/>
            <a:ext cx="502445" cy="230832"/>
          </a:xfrm>
          <a:prstGeom prst="rect">
            <a:avLst/>
          </a:prstGeom>
          <a:noFill/>
        </p:spPr>
        <p:txBody>
          <a:bodyPr wrap="none" lIns="91440" tIns="18288" rIns="91440" bIns="27432" rtlCol="0" anchor="ctr" anchorCtr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Date</a:t>
            </a:r>
          </a:p>
        </p:txBody>
      </p:sp>
      <p:grpSp>
        <p:nvGrpSpPr>
          <p:cNvPr id="9" name="Group 8"/>
          <p:cNvGrpSpPr/>
          <p:nvPr>
            <p:custDataLst>
              <p:custData r:id="rId8"/>
              <p:custData r:id="rId9"/>
            </p:custDataLst>
          </p:nvPr>
        </p:nvGrpSpPr>
        <p:grpSpPr>
          <a:xfrm>
            <a:off x="10343289" y="1198451"/>
            <a:ext cx="1471744" cy="320480"/>
            <a:chOff x="507869" y="3729779"/>
            <a:chExt cx="1471744" cy="320480"/>
          </a:xfrm>
        </p:grpSpPr>
        <p:sp>
          <p:nvSpPr>
            <p:cNvPr id="10" name="Content"/>
            <p:cNvSpPr/>
            <p:nvPr/>
          </p:nvSpPr>
          <p:spPr bwMode="auto">
            <a:xfrm>
              <a:off x="507869" y="3729779"/>
              <a:ext cx="1471744" cy="320480"/>
            </a:xfrm>
            <a:prstGeom prst="rect">
              <a:avLst/>
            </a:prstGeom>
            <a:solidFill>
              <a:srgbClr val="FFFFFF"/>
            </a:solidFill>
            <a:ln w="22225" cap="flat" cmpd="sng" algn="ctr">
              <a:solidFill>
                <a:srgbClr val="232323">
                  <a:lumMod val="90000"/>
                  <a:lumOff val="1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vert="horz" wrap="square" lIns="91436" tIns="45718" rIns="91436" bIns="4571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914099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Segoe"/>
                  <a:ea typeface="+mn-ea"/>
                  <a:cs typeface="+mn-cs"/>
                </a:rPr>
                <a:t>30 o</a:t>
              </a:r>
              <a:r>
                <a:rPr lang="en-US" sz="1100" kern="0" dirty="0">
                  <a:solidFill>
                    <a:srgbClr val="232323"/>
                  </a:solidFill>
                  <a:latin typeface="Segoe"/>
                </a:rPr>
                <a:t>r 90 or ALL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Segoe"/>
                <a:ea typeface="+mn-ea"/>
                <a:cs typeface="+mn-cs"/>
              </a:endParaRPr>
            </a:p>
          </p:txBody>
        </p:sp>
        <p:sp>
          <p:nvSpPr>
            <p:cNvPr id="11" name="DownArrow"/>
            <p:cNvSpPr/>
            <p:nvPr/>
          </p:nvSpPr>
          <p:spPr bwMode="auto">
            <a:xfrm rot="5400000">
              <a:off x="1810275" y="3844761"/>
              <a:ext cx="60862" cy="76200"/>
            </a:xfrm>
            <a:custGeom>
              <a:avLst/>
              <a:gdLst>
                <a:gd name="connsiteX0" fmla="*/ 0 w 88508"/>
                <a:gd name="connsiteY0" fmla="*/ 0 h 100794"/>
                <a:gd name="connsiteX1" fmla="*/ 44254 w 88508"/>
                <a:gd name="connsiteY1" fmla="*/ 0 h 100794"/>
                <a:gd name="connsiteX2" fmla="*/ 88508 w 88508"/>
                <a:gd name="connsiteY2" fmla="*/ 50397 h 100794"/>
                <a:gd name="connsiteX3" fmla="*/ 44254 w 88508"/>
                <a:gd name="connsiteY3" fmla="*/ 100794 h 100794"/>
                <a:gd name="connsiteX4" fmla="*/ 0 w 88508"/>
                <a:gd name="connsiteY4" fmla="*/ 100794 h 100794"/>
                <a:gd name="connsiteX5" fmla="*/ 44254 w 88508"/>
                <a:gd name="connsiteY5" fmla="*/ 50397 h 100794"/>
                <a:gd name="connsiteX6" fmla="*/ 0 w 88508"/>
                <a:gd name="connsiteY6" fmla="*/ 0 h 100794"/>
                <a:gd name="connsiteX0" fmla="*/ 14630 w 88508"/>
                <a:gd name="connsiteY0" fmla="*/ 0 h 100794"/>
                <a:gd name="connsiteX1" fmla="*/ 44254 w 88508"/>
                <a:gd name="connsiteY1" fmla="*/ 0 h 100794"/>
                <a:gd name="connsiteX2" fmla="*/ 88508 w 88508"/>
                <a:gd name="connsiteY2" fmla="*/ 50397 h 100794"/>
                <a:gd name="connsiteX3" fmla="*/ 44254 w 88508"/>
                <a:gd name="connsiteY3" fmla="*/ 100794 h 100794"/>
                <a:gd name="connsiteX4" fmla="*/ 0 w 88508"/>
                <a:gd name="connsiteY4" fmla="*/ 100794 h 100794"/>
                <a:gd name="connsiteX5" fmla="*/ 44254 w 88508"/>
                <a:gd name="connsiteY5" fmla="*/ 50397 h 100794"/>
                <a:gd name="connsiteX6" fmla="*/ 14630 w 88508"/>
                <a:gd name="connsiteY6" fmla="*/ 0 h 100794"/>
                <a:gd name="connsiteX0" fmla="*/ 14630 w 88508"/>
                <a:gd name="connsiteY0" fmla="*/ 0 h 100794"/>
                <a:gd name="connsiteX1" fmla="*/ 44254 w 88508"/>
                <a:gd name="connsiteY1" fmla="*/ 0 h 100794"/>
                <a:gd name="connsiteX2" fmla="*/ 88508 w 88508"/>
                <a:gd name="connsiteY2" fmla="*/ 50397 h 100794"/>
                <a:gd name="connsiteX3" fmla="*/ 44254 w 88508"/>
                <a:gd name="connsiteY3" fmla="*/ 100794 h 100794"/>
                <a:gd name="connsiteX4" fmla="*/ 0 w 88508"/>
                <a:gd name="connsiteY4" fmla="*/ 100794 h 100794"/>
                <a:gd name="connsiteX5" fmla="*/ 66200 w 88508"/>
                <a:gd name="connsiteY5" fmla="*/ 57712 h 100794"/>
                <a:gd name="connsiteX6" fmla="*/ 14630 w 88508"/>
                <a:gd name="connsiteY6" fmla="*/ 0 h 100794"/>
                <a:gd name="connsiteX0" fmla="*/ 0 w 73878"/>
                <a:gd name="connsiteY0" fmla="*/ 0 h 108109"/>
                <a:gd name="connsiteX1" fmla="*/ 29624 w 73878"/>
                <a:gd name="connsiteY1" fmla="*/ 0 h 108109"/>
                <a:gd name="connsiteX2" fmla="*/ 73878 w 73878"/>
                <a:gd name="connsiteY2" fmla="*/ 50397 h 108109"/>
                <a:gd name="connsiteX3" fmla="*/ 29624 w 73878"/>
                <a:gd name="connsiteY3" fmla="*/ 100794 h 108109"/>
                <a:gd name="connsiteX4" fmla="*/ 7315 w 73878"/>
                <a:gd name="connsiteY4" fmla="*/ 108109 h 108109"/>
                <a:gd name="connsiteX5" fmla="*/ 51570 w 73878"/>
                <a:gd name="connsiteY5" fmla="*/ 57712 h 108109"/>
                <a:gd name="connsiteX6" fmla="*/ 0 w 73878"/>
                <a:gd name="connsiteY6" fmla="*/ 0 h 108109"/>
                <a:gd name="connsiteX0" fmla="*/ 3655 w 77533"/>
                <a:gd name="connsiteY0" fmla="*/ 0 h 100794"/>
                <a:gd name="connsiteX1" fmla="*/ 33279 w 77533"/>
                <a:gd name="connsiteY1" fmla="*/ 0 h 100794"/>
                <a:gd name="connsiteX2" fmla="*/ 77533 w 77533"/>
                <a:gd name="connsiteY2" fmla="*/ 50397 h 100794"/>
                <a:gd name="connsiteX3" fmla="*/ 33279 w 77533"/>
                <a:gd name="connsiteY3" fmla="*/ 100794 h 100794"/>
                <a:gd name="connsiteX4" fmla="*/ 0 w 77533"/>
                <a:gd name="connsiteY4" fmla="*/ 97136 h 100794"/>
                <a:gd name="connsiteX5" fmla="*/ 55225 w 77533"/>
                <a:gd name="connsiteY5" fmla="*/ 57712 h 100794"/>
                <a:gd name="connsiteX6" fmla="*/ 3655 w 77533"/>
                <a:gd name="connsiteY6" fmla="*/ 0 h 100794"/>
                <a:gd name="connsiteX0" fmla="*/ 3655 w 77533"/>
                <a:gd name="connsiteY0" fmla="*/ 0 h 100794"/>
                <a:gd name="connsiteX1" fmla="*/ 33279 w 77533"/>
                <a:gd name="connsiteY1" fmla="*/ 0 h 100794"/>
                <a:gd name="connsiteX2" fmla="*/ 77533 w 77533"/>
                <a:gd name="connsiteY2" fmla="*/ 50397 h 100794"/>
                <a:gd name="connsiteX3" fmla="*/ 33279 w 77533"/>
                <a:gd name="connsiteY3" fmla="*/ 100794 h 100794"/>
                <a:gd name="connsiteX4" fmla="*/ 0 w 77533"/>
                <a:gd name="connsiteY4" fmla="*/ 97136 h 100794"/>
                <a:gd name="connsiteX5" fmla="*/ 51570 w 77533"/>
                <a:gd name="connsiteY5" fmla="*/ 46739 h 100794"/>
                <a:gd name="connsiteX6" fmla="*/ 3655 w 77533"/>
                <a:gd name="connsiteY6" fmla="*/ 0 h 100794"/>
                <a:gd name="connsiteX0" fmla="*/ 3655 w 77533"/>
                <a:gd name="connsiteY0" fmla="*/ 0 h 100794"/>
                <a:gd name="connsiteX1" fmla="*/ 33279 w 77533"/>
                <a:gd name="connsiteY1" fmla="*/ 0 h 100794"/>
                <a:gd name="connsiteX2" fmla="*/ 77533 w 77533"/>
                <a:gd name="connsiteY2" fmla="*/ 50397 h 100794"/>
                <a:gd name="connsiteX3" fmla="*/ 33279 w 77533"/>
                <a:gd name="connsiteY3" fmla="*/ 100794 h 100794"/>
                <a:gd name="connsiteX4" fmla="*/ 0 w 77533"/>
                <a:gd name="connsiteY4" fmla="*/ 97136 h 100794"/>
                <a:gd name="connsiteX5" fmla="*/ 58716 w 77533"/>
                <a:gd name="connsiteY5" fmla="*/ 49120 h 100794"/>
                <a:gd name="connsiteX6" fmla="*/ 3655 w 77533"/>
                <a:gd name="connsiteY6" fmla="*/ 0 h 100794"/>
                <a:gd name="connsiteX0" fmla="*/ 0 w 73878"/>
                <a:gd name="connsiteY0" fmla="*/ 0 h 104280"/>
                <a:gd name="connsiteX1" fmla="*/ 29624 w 73878"/>
                <a:gd name="connsiteY1" fmla="*/ 0 h 104280"/>
                <a:gd name="connsiteX2" fmla="*/ 73878 w 73878"/>
                <a:gd name="connsiteY2" fmla="*/ 50397 h 104280"/>
                <a:gd name="connsiteX3" fmla="*/ 29624 w 73878"/>
                <a:gd name="connsiteY3" fmla="*/ 100794 h 104280"/>
                <a:gd name="connsiteX4" fmla="*/ 13016 w 73878"/>
                <a:gd name="connsiteY4" fmla="*/ 104280 h 104280"/>
                <a:gd name="connsiteX5" fmla="*/ 55061 w 73878"/>
                <a:gd name="connsiteY5" fmla="*/ 49120 h 104280"/>
                <a:gd name="connsiteX6" fmla="*/ 0 w 73878"/>
                <a:gd name="connsiteY6" fmla="*/ 0 h 104280"/>
                <a:gd name="connsiteX0" fmla="*/ 1272 w 60862"/>
                <a:gd name="connsiteY0" fmla="*/ 2381 h 104280"/>
                <a:gd name="connsiteX1" fmla="*/ 16608 w 60862"/>
                <a:gd name="connsiteY1" fmla="*/ 0 h 104280"/>
                <a:gd name="connsiteX2" fmla="*/ 60862 w 60862"/>
                <a:gd name="connsiteY2" fmla="*/ 50397 h 104280"/>
                <a:gd name="connsiteX3" fmla="*/ 16608 w 60862"/>
                <a:gd name="connsiteY3" fmla="*/ 100794 h 104280"/>
                <a:gd name="connsiteX4" fmla="*/ 0 w 60862"/>
                <a:gd name="connsiteY4" fmla="*/ 104280 h 104280"/>
                <a:gd name="connsiteX5" fmla="*/ 42045 w 60862"/>
                <a:gd name="connsiteY5" fmla="*/ 49120 h 104280"/>
                <a:gd name="connsiteX6" fmla="*/ 1272 w 60862"/>
                <a:gd name="connsiteY6" fmla="*/ 2381 h 104280"/>
                <a:gd name="connsiteX0" fmla="*/ 1272 w 60862"/>
                <a:gd name="connsiteY0" fmla="*/ 2381 h 100794"/>
                <a:gd name="connsiteX1" fmla="*/ 16608 w 60862"/>
                <a:gd name="connsiteY1" fmla="*/ 0 h 100794"/>
                <a:gd name="connsiteX2" fmla="*/ 60862 w 60862"/>
                <a:gd name="connsiteY2" fmla="*/ 50397 h 100794"/>
                <a:gd name="connsiteX3" fmla="*/ 16608 w 60862"/>
                <a:gd name="connsiteY3" fmla="*/ 100794 h 100794"/>
                <a:gd name="connsiteX4" fmla="*/ 0 w 60862"/>
                <a:gd name="connsiteY4" fmla="*/ 94755 h 100794"/>
                <a:gd name="connsiteX5" fmla="*/ 42045 w 60862"/>
                <a:gd name="connsiteY5" fmla="*/ 49120 h 100794"/>
                <a:gd name="connsiteX6" fmla="*/ 1272 w 60862"/>
                <a:gd name="connsiteY6" fmla="*/ 2381 h 100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862" h="100794">
                  <a:moveTo>
                    <a:pt x="1272" y="2381"/>
                  </a:moveTo>
                  <a:lnTo>
                    <a:pt x="16608" y="0"/>
                  </a:lnTo>
                  <a:lnTo>
                    <a:pt x="60862" y="50397"/>
                  </a:lnTo>
                  <a:lnTo>
                    <a:pt x="16608" y="100794"/>
                  </a:lnTo>
                  <a:lnTo>
                    <a:pt x="0" y="94755"/>
                  </a:lnTo>
                  <a:lnTo>
                    <a:pt x="42045" y="49120"/>
                  </a:lnTo>
                  <a:lnTo>
                    <a:pt x="1272" y="2381"/>
                  </a:lnTo>
                  <a:close/>
                </a:path>
              </a:pathLst>
            </a:custGeom>
            <a:solidFill>
              <a:srgbClr val="585858">
                <a:lumMod val="50000"/>
              </a:srgbClr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vert="horz" wrap="square" lIns="91436" tIns="45718" rIns="91436" bIns="4571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099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"/>
                <a:ea typeface="+mn-ea"/>
                <a:cs typeface="+mn-cs"/>
              </a:endParaRPr>
            </a:p>
          </p:txBody>
        </p:sp>
      </p:grpSp>
      <p:sp>
        <p:nvSpPr>
          <p:cNvPr id="12" name="Content"/>
          <p:cNvSpPr txBox="1"/>
          <p:nvPr>
            <p:custDataLst>
              <p:custData r:id="rId10"/>
            </p:custDataLst>
          </p:nvPr>
        </p:nvSpPr>
        <p:spPr>
          <a:xfrm>
            <a:off x="631113" y="1968334"/>
            <a:ext cx="1689630" cy="249299"/>
          </a:xfrm>
          <a:prstGeom prst="rect">
            <a:avLst/>
          </a:prstGeom>
          <a:noFill/>
        </p:spPr>
        <p:txBody>
          <a:bodyPr wrap="none" lIns="91440" tIns="18288" rIns="91440" bIns="45720" rtlCol="0" anchor="ctr" anchorCtr="0">
            <a:spAutoFit/>
          </a:bodyPr>
          <a:lstStyle/>
          <a:p>
            <a:r>
              <a:rPr lang="en-US" sz="12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Segoe UI" pitchFamily="34" charset="0"/>
                <a:ea typeface="Segoe UI" pitchFamily="34" charset="0"/>
                <a:cs typeface="Segoe UI" pitchFamily="34" charset="0"/>
              </a:rPr>
              <a:t>Injury </a:t>
            </a:r>
            <a:r>
              <a:rPr lang="en-US" sz="12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Comic Sans MS" panose="030F0702030302020204" pitchFamily="66" charset="0"/>
                <a:ea typeface="Segoe UI" pitchFamily="34" charset="0"/>
                <a:cs typeface="Segoe UI" pitchFamily="34" charset="0"/>
              </a:rPr>
              <a:t>Report</a:t>
            </a:r>
            <a:r>
              <a:rPr lang="en-US" sz="12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Segoe UI" pitchFamily="34" charset="0"/>
                <a:ea typeface="Segoe UI" pitchFamily="34" charset="0"/>
                <a:cs typeface="Segoe UI" pitchFamily="34" charset="0"/>
              </a:rPr>
              <a:t> Settings</a:t>
            </a:r>
          </a:p>
        </p:txBody>
      </p:sp>
      <p:sp>
        <p:nvSpPr>
          <p:cNvPr id="13" name="Content"/>
          <p:cNvSpPr txBox="1"/>
          <p:nvPr>
            <p:custDataLst>
              <p:custData r:id="rId11"/>
            </p:custDataLst>
          </p:nvPr>
        </p:nvSpPr>
        <p:spPr>
          <a:xfrm>
            <a:off x="570984" y="1526696"/>
            <a:ext cx="673582" cy="249299"/>
          </a:xfrm>
          <a:prstGeom prst="rect">
            <a:avLst/>
          </a:prstGeom>
          <a:noFill/>
        </p:spPr>
        <p:txBody>
          <a:bodyPr wrap="none" lIns="91440" tIns="18288" rIns="91440" bIns="45720" rtlCol="0" anchor="ctr" anchorCtr="0">
            <a:spAutoFit/>
          </a:bodyPr>
          <a:lstStyle/>
          <a:p>
            <a:r>
              <a:rPr lang="en-US" sz="12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Comic Sans MS" panose="030F0702030302020204" pitchFamily="66" charset="0"/>
                <a:ea typeface="Segoe UI" pitchFamily="34" charset="0"/>
                <a:cs typeface="Segoe UI" pitchFamily="34" charset="0"/>
              </a:rPr>
              <a:t>Report</a:t>
            </a:r>
          </a:p>
        </p:txBody>
      </p:sp>
      <p:sp>
        <p:nvSpPr>
          <p:cNvPr id="14" name="Content"/>
          <p:cNvSpPr txBox="1"/>
          <p:nvPr>
            <p:custDataLst>
              <p:custData r:id="rId12"/>
            </p:custDataLst>
          </p:nvPr>
        </p:nvSpPr>
        <p:spPr>
          <a:xfrm>
            <a:off x="2425964" y="717588"/>
            <a:ext cx="4858983" cy="341632"/>
          </a:xfrm>
          <a:prstGeom prst="rect">
            <a:avLst/>
          </a:prstGeom>
          <a:noFill/>
        </p:spPr>
        <p:txBody>
          <a:bodyPr wrap="square" lIns="91440" tIns="18288" rIns="91440" bIns="45720" rtlCol="0" anchor="ctr" anchorCtr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  <a:ea typeface="Segoe UI" pitchFamily="34" charset="0"/>
                <a:cs typeface="Segoe UI" pitchFamily="34" charset="0"/>
              </a:rPr>
              <a:t>Injury Report </a:t>
            </a:r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  <a:ea typeface="Segoe UI" pitchFamily="34" charset="0"/>
                <a:cs typeface="Segoe UI" pitchFamily="34" charset="0"/>
              </a:rPr>
              <a:t>&gt; </a:t>
            </a:r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  <a:ea typeface="Segoe UI" pitchFamily="34" charset="0"/>
                <a:cs typeface="Segoe UI" pitchFamily="34" charset="0"/>
              </a:rPr>
              <a:t>Report { - Filter Criteria }</a:t>
            </a:r>
            <a:endParaRPr lang="en-US" dirty="0">
              <a:solidFill>
                <a:srgbClr val="000000"/>
              </a:solidFill>
              <a:latin typeface="Comic Sans MS" panose="030F0702030302020204" pitchFamily="66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5" name="Picture 2" descr="C:\Users\t-dantay\Documents\Placeholders\setting.png"/>
          <p:cNvPicPr>
            <a:picLocks noChangeAspect="1" noChangeArrowheads="1"/>
          </p:cNvPicPr>
          <p:nvPr>
            <p:custDataLst>
              <p:custData r:id="rId13"/>
            </p:custDataLst>
          </p:nvPr>
        </p:nvPicPr>
        <p:blipFill rotWithShape="1"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80" r="35484"/>
          <a:stretch/>
        </p:blipFill>
        <p:spPr bwMode="auto">
          <a:xfrm>
            <a:off x="355365" y="1968334"/>
            <a:ext cx="227283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Users\t-dantay\Documents\First24\error1.png"/>
          <p:cNvPicPr>
            <a:picLocks noChangeAspect="1" noChangeArrowheads="1"/>
          </p:cNvPicPr>
          <p:nvPr>
            <p:custDataLst>
              <p:custData r:id="rId14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100000">
            <a:off x="355168" y="1507663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C:\Users\t-dantay\Documents\First24\arrowsimple1.png"/>
          <p:cNvPicPr>
            <a:picLocks noChangeAspect="1" noChangeArrowheads="1"/>
          </p:cNvPicPr>
          <p:nvPr>
            <p:custDataLst>
              <p:custData r:id="rId15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3474" y="1234867"/>
            <a:ext cx="228600" cy="228600"/>
          </a:xfrm>
          <a:prstGeom prst="rect">
            <a:avLst/>
          </a:prstGeom>
          <a:noFill/>
          <a:scene3d>
            <a:camera prst="orthographicFront">
              <a:rot lat="0" lon="0" rev="1620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C:\Users\t-dantay\Documents\First24\arrowsimple1.png"/>
          <p:cNvPicPr>
            <a:picLocks noChangeAspect="1" noChangeArrowheads="1"/>
          </p:cNvPicPr>
          <p:nvPr>
            <p:custDataLst>
              <p:custData r:id="rId16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5553" y="1244391"/>
            <a:ext cx="228600" cy="228600"/>
          </a:xfrm>
          <a:prstGeom prst="rect">
            <a:avLst/>
          </a:prstGeom>
          <a:noFill/>
          <a:scene3d>
            <a:camera prst="orthographicFront">
              <a:rot lat="0" lon="0" rev="1620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C:\Users\t-dantay\Documents\First24\arrowsimple1.png"/>
          <p:cNvPicPr>
            <a:picLocks noChangeAspect="1" noChangeArrowheads="1"/>
          </p:cNvPicPr>
          <p:nvPr>
            <p:custDataLst>
              <p:custData r:id="rId17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358" y="1258755"/>
            <a:ext cx="228600" cy="228600"/>
          </a:xfrm>
          <a:prstGeom prst="rect">
            <a:avLst/>
          </a:prstGeom>
          <a:noFill/>
          <a:scene3d>
            <a:camera prst="orthographicFront">
              <a:rot lat="0" lon="0" rev="1620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C:\Users\t-dantay\Documents\First24\arrowsimple1.png"/>
          <p:cNvPicPr>
            <a:picLocks noChangeAspect="1" noChangeArrowheads="1"/>
          </p:cNvPicPr>
          <p:nvPr>
            <p:custDataLst>
              <p:custData r:id="rId18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2073" y="1270332"/>
            <a:ext cx="228600" cy="228600"/>
          </a:xfrm>
          <a:prstGeom prst="rect">
            <a:avLst/>
          </a:prstGeom>
          <a:noFill/>
          <a:scene3d>
            <a:camera prst="orthographicFront">
              <a:rot lat="0" lon="0" rev="1620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/>
          <p:cNvPicPr preferRelativeResize="0">
            <a:picLocks/>
          </p:cNvPicPr>
          <p:nvPr>
            <p:custDataLst>
              <p:custData r:id="rId19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783" y="1225010"/>
            <a:ext cx="260332" cy="232438"/>
          </a:xfrm>
          <a:prstGeom prst="rect">
            <a:avLst/>
          </a:prstGeom>
        </p:spPr>
      </p:pic>
      <p:pic>
        <p:nvPicPr>
          <p:cNvPr id="26" name="Picture 25"/>
          <p:cNvPicPr preferRelativeResize="0">
            <a:picLocks/>
          </p:cNvPicPr>
          <p:nvPr>
            <p:custDataLst>
              <p:custData r:id="rId20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208" y="1232948"/>
            <a:ext cx="260332" cy="232438"/>
          </a:xfrm>
          <a:prstGeom prst="rect">
            <a:avLst/>
          </a:prstGeom>
        </p:spPr>
      </p:pic>
      <p:pic>
        <p:nvPicPr>
          <p:cNvPr id="27" name="Picture 26"/>
          <p:cNvPicPr preferRelativeResize="0">
            <a:picLocks/>
          </p:cNvPicPr>
          <p:nvPr>
            <p:custDataLst>
              <p:custData r:id="rId21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577" y="1225010"/>
            <a:ext cx="260332" cy="232438"/>
          </a:xfrm>
          <a:prstGeom prst="rect">
            <a:avLst/>
          </a:prstGeom>
        </p:spPr>
      </p:pic>
      <p:sp>
        <p:nvSpPr>
          <p:cNvPr id="28" name="Freeform 93"/>
          <p:cNvSpPr>
            <a:spLocks/>
          </p:cNvSpPr>
          <p:nvPr>
            <p:custDataLst>
              <p:custData r:id="rId22"/>
              <p:custData r:id="rId23"/>
            </p:custDataLst>
          </p:nvPr>
        </p:nvSpPr>
        <p:spPr bwMode="black">
          <a:xfrm>
            <a:off x="11528101" y="794711"/>
            <a:ext cx="286932" cy="281975"/>
          </a:xfrm>
          <a:custGeom>
            <a:avLst/>
            <a:gdLst>
              <a:gd name="T0" fmla="*/ 71 w 121"/>
              <a:gd name="T1" fmla="*/ 119 h 119"/>
              <a:gd name="T2" fmla="*/ 50 w 121"/>
              <a:gd name="T3" fmla="*/ 119 h 119"/>
              <a:gd name="T4" fmla="*/ 50 w 121"/>
              <a:gd name="T5" fmla="*/ 71 h 119"/>
              <a:gd name="T6" fmla="*/ 0 w 121"/>
              <a:gd name="T7" fmla="*/ 71 h 119"/>
              <a:gd name="T8" fmla="*/ 0 w 121"/>
              <a:gd name="T9" fmla="*/ 49 h 119"/>
              <a:gd name="T10" fmla="*/ 50 w 121"/>
              <a:gd name="T11" fmla="*/ 49 h 119"/>
              <a:gd name="T12" fmla="*/ 50 w 121"/>
              <a:gd name="T13" fmla="*/ 0 h 119"/>
              <a:gd name="T14" fmla="*/ 71 w 121"/>
              <a:gd name="T15" fmla="*/ 0 h 119"/>
              <a:gd name="T16" fmla="*/ 71 w 121"/>
              <a:gd name="T17" fmla="*/ 49 h 119"/>
              <a:gd name="T18" fmla="*/ 121 w 121"/>
              <a:gd name="T19" fmla="*/ 49 h 119"/>
              <a:gd name="T20" fmla="*/ 121 w 121"/>
              <a:gd name="T21" fmla="*/ 71 h 119"/>
              <a:gd name="T22" fmla="*/ 71 w 121"/>
              <a:gd name="T23" fmla="*/ 71 h 119"/>
              <a:gd name="T24" fmla="*/ 71 w 121"/>
              <a:gd name="T25" fmla="*/ 119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21" h="119">
                <a:moveTo>
                  <a:pt x="71" y="119"/>
                </a:moveTo>
                <a:lnTo>
                  <a:pt x="50" y="119"/>
                </a:lnTo>
                <a:lnTo>
                  <a:pt x="50" y="71"/>
                </a:lnTo>
                <a:lnTo>
                  <a:pt x="0" y="71"/>
                </a:lnTo>
                <a:lnTo>
                  <a:pt x="0" y="49"/>
                </a:lnTo>
                <a:lnTo>
                  <a:pt x="50" y="49"/>
                </a:lnTo>
                <a:lnTo>
                  <a:pt x="50" y="0"/>
                </a:lnTo>
                <a:lnTo>
                  <a:pt x="71" y="0"/>
                </a:lnTo>
                <a:lnTo>
                  <a:pt x="71" y="49"/>
                </a:lnTo>
                <a:lnTo>
                  <a:pt x="121" y="49"/>
                </a:lnTo>
                <a:lnTo>
                  <a:pt x="121" y="71"/>
                </a:lnTo>
                <a:lnTo>
                  <a:pt x="71" y="71"/>
                </a:lnTo>
                <a:lnTo>
                  <a:pt x="71" y="11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/>
        </p:spPr>
        <p:txBody>
          <a:bodyPr vert="horz" wrap="square" lIns="97576" tIns="48788" rIns="97576" bIns="48788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Content"/>
          <p:cNvSpPr txBox="1"/>
          <p:nvPr>
            <p:custDataLst>
              <p:custData r:id="rId24"/>
            </p:custDataLst>
          </p:nvPr>
        </p:nvSpPr>
        <p:spPr>
          <a:xfrm>
            <a:off x="10871826" y="3793704"/>
            <a:ext cx="943207" cy="230832"/>
          </a:xfrm>
          <a:prstGeom prst="rect">
            <a:avLst/>
          </a:prstGeom>
          <a:noFill/>
        </p:spPr>
        <p:txBody>
          <a:bodyPr wrap="none" lIns="91440" tIns="18288" rIns="91440" bIns="27432" rtlCol="0" anchor="ctr" anchorCtr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Page 1 of 8</a:t>
            </a:r>
          </a:p>
        </p:txBody>
      </p:sp>
      <p:grpSp>
        <p:nvGrpSpPr>
          <p:cNvPr id="36" name="ScrollbarHorizontal"/>
          <p:cNvGrpSpPr/>
          <p:nvPr>
            <p:custDataLst>
              <p:custData r:id="rId25"/>
            </p:custDataLst>
          </p:nvPr>
        </p:nvGrpSpPr>
        <p:grpSpPr>
          <a:xfrm>
            <a:off x="2513075" y="3761472"/>
            <a:ext cx="2422908" cy="147153"/>
            <a:chOff x="2779777" y="3355416"/>
            <a:chExt cx="3584447" cy="14328"/>
          </a:xfrm>
        </p:grpSpPr>
        <p:sp>
          <p:nvSpPr>
            <p:cNvPr id="37" name="Background"/>
            <p:cNvSpPr>
              <a:spLocks/>
            </p:cNvSpPr>
            <p:nvPr/>
          </p:nvSpPr>
          <p:spPr>
            <a:xfrm>
              <a:off x="2779777" y="3355416"/>
              <a:ext cx="3584447" cy="14328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3175">
              <a:solidFill>
                <a:srgbClr val="FFFFFF">
                  <a:lumMod val="50000"/>
                </a:srgbClr>
              </a:solidFill>
            </a:ln>
          </p:spPr>
          <p:style>
            <a:lnRef idx="2">
              <a:srgbClr val="4F81BD">
                <a:shade val="50000"/>
              </a:srgbClr>
            </a:lnRef>
            <a:fillRef idx="1001">
              <a:srgbClr val="000000"/>
            </a:fillRef>
            <a:effectRef idx="0">
              <a:srgbClr val="4F81BD"/>
            </a:effectRef>
            <a:fontRef idx="minor">
              <a:srgbClr val="000000"/>
            </a:fontRef>
          </p:style>
          <p:txBody>
            <a:bodyPr lIns="97548" tIns="48774" rIns="97548" bIns="48774" rtlCol="0" anchor="ctr"/>
            <a:lstStyle/>
            <a:p>
              <a:pPr algn="ctr"/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8" name="Slider"/>
            <p:cNvSpPr>
              <a:spLocks/>
            </p:cNvSpPr>
            <p:nvPr/>
          </p:nvSpPr>
          <p:spPr>
            <a:xfrm>
              <a:off x="3258112" y="3355416"/>
              <a:ext cx="512706" cy="14328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3175">
              <a:solidFill>
                <a:srgbClr val="FFFFFF">
                  <a:lumMod val="50000"/>
                </a:srgbClr>
              </a:solidFill>
            </a:ln>
          </p:spPr>
          <p:style>
            <a:lnRef idx="2">
              <a:srgbClr val="4F81BD">
                <a:shade val="50000"/>
              </a:srgbClr>
            </a:lnRef>
            <a:fillRef idx="1">
              <a:srgbClr val="4F81BD"/>
            </a:fillRef>
            <a:effectRef idx="0">
              <a:srgbClr val="4F81BD"/>
            </a:effectRef>
            <a:fontRef idx="minor">
              <a:srgbClr val="000000"/>
            </a:fontRef>
          </p:style>
          <p:txBody>
            <a:bodyPr lIns="97548" tIns="48774" rIns="97548" bIns="48774"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LeftArrow"/>
            <p:cNvSpPr>
              <a:spLocks/>
            </p:cNvSpPr>
            <p:nvPr/>
          </p:nvSpPr>
          <p:spPr>
            <a:xfrm rot="16200000">
              <a:off x="2861856" y="3314515"/>
              <a:ext cx="6232" cy="96214"/>
            </a:xfrm>
            <a:prstGeom prst="triangle">
              <a:avLst/>
            </a:prstGeom>
            <a:solidFill>
              <a:srgbClr val="FFFFFF">
                <a:lumMod val="50000"/>
                <a:alpha val="99000"/>
              </a:srgbClr>
            </a:solidFill>
            <a:ln>
              <a:noFill/>
            </a:ln>
          </p:spPr>
          <p:style>
            <a:lnRef idx="2">
              <a:srgbClr val="4F81BD">
                <a:shade val="50000"/>
              </a:srgbClr>
            </a:lnRef>
            <a:fillRef idx="1">
              <a:srgbClr val="4F81BD"/>
            </a:fillRef>
            <a:effectRef idx="0">
              <a:srgbClr val="4F81BD"/>
            </a:effectRef>
            <a:fontRef idx="minor">
              <a:srgbClr val="000000"/>
            </a:fontRef>
          </p:style>
          <p:txBody>
            <a:bodyPr lIns="97548" tIns="48774" rIns="97548" bIns="48774"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ightArrow"/>
            <p:cNvSpPr>
              <a:spLocks/>
            </p:cNvSpPr>
            <p:nvPr/>
          </p:nvSpPr>
          <p:spPr>
            <a:xfrm rot="5400000">
              <a:off x="6241977" y="3315979"/>
              <a:ext cx="6232" cy="94693"/>
            </a:xfrm>
            <a:prstGeom prst="triangle">
              <a:avLst/>
            </a:prstGeom>
            <a:solidFill>
              <a:srgbClr val="FFFFFF">
                <a:lumMod val="50000"/>
                <a:alpha val="99000"/>
              </a:srgbClr>
            </a:solidFill>
            <a:ln>
              <a:noFill/>
            </a:ln>
          </p:spPr>
          <p:style>
            <a:lnRef idx="2">
              <a:srgbClr val="4F81BD">
                <a:shade val="50000"/>
              </a:srgbClr>
            </a:lnRef>
            <a:fillRef idx="1">
              <a:srgbClr val="4F81BD"/>
            </a:fillRef>
            <a:effectRef idx="0">
              <a:srgbClr val="4F81BD"/>
            </a:effectRef>
            <a:fontRef idx="minor">
              <a:srgbClr val="000000"/>
            </a:fontRef>
          </p:style>
          <p:txBody>
            <a:bodyPr lIns="97548" tIns="48774" rIns="97548" bIns="48774"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1" name="StickyNote"/>
          <p:cNvGrpSpPr/>
          <p:nvPr>
            <p:custDataLst>
              <p:custData r:id="rId26"/>
            </p:custDataLst>
          </p:nvPr>
        </p:nvGrpSpPr>
        <p:grpSpPr>
          <a:xfrm>
            <a:off x="483931" y="2684561"/>
            <a:ext cx="1371600" cy="1485673"/>
            <a:chOff x="3886200" y="2629127"/>
            <a:chExt cx="1371600" cy="1485673"/>
          </a:xfrm>
        </p:grpSpPr>
        <p:sp>
          <p:nvSpPr>
            <p:cNvPr id="42" name="Content"/>
            <p:cNvSpPr/>
            <p:nvPr/>
          </p:nvSpPr>
          <p:spPr>
            <a:xfrm>
              <a:off x="3886200" y="2743200"/>
              <a:ext cx="1371600" cy="1371600"/>
            </a:xfrm>
            <a:prstGeom prst="rect">
              <a:avLst/>
            </a:prstGeom>
            <a:gradFill>
              <a:gsLst>
                <a:gs pos="100000">
                  <a:srgbClr val="FFFF89"/>
                </a:gs>
                <a:gs pos="0">
                  <a:srgbClr val="FFFF99"/>
                </a:gs>
              </a:gsLst>
              <a:lin ang="5400000" scaled="0"/>
            </a:gradFill>
            <a:ln w="3175">
              <a:solidFill>
                <a:srgbClr val="FFFFFF">
                  <a:lumMod val="50000"/>
                </a:srgbClr>
              </a:solidFill>
            </a:ln>
            <a:effectLst/>
          </p:spPr>
          <p:style>
            <a:lnRef idx="2">
              <a:srgbClr val="4F81BD">
                <a:shade val="50000"/>
              </a:srgbClr>
            </a:lnRef>
            <a:fillRef idx="1">
              <a:srgbClr val="4F81BD"/>
            </a:fillRef>
            <a:effectRef idx="0">
              <a:srgbClr val="4F81BD"/>
            </a:effectRef>
            <a:fontRef idx="minor">
              <a:srgbClr val="000000"/>
            </a:fontRef>
          </p:style>
          <p:txBody>
            <a:bodyPr lIns="91440" tIns="137160" rIns="91440" bIns="45720" rtlCol="0" anchor="t" anchorCtr="0">
              <a:normAutofit/>
            </a:bodyPr>
            <a:lstStyle/>
            <a:p>
              <a:r>
                <a:rPr lang="en-US" sz="1200" dirty="0">
                  <a:solidFill>
                    <a:sysClr val="windowText" lastClr="000000"/>
                  </a:solidFill>
                  <a:latin typeface="Segoe UI" pitchFamily="34" charset="0"/>
                  <a:cs typeface="Segoe UI" pitchFamily="34" charset="0"/>
                </a:rPr>
                <a:t>We could move the Title up into the header.   Since there is a lot of empty space there.</a:t>
              </a:r>
            </a:p>
          </p:txBody>
        </p:sp>
        <p:sp>
          <p:nvSpPr>
            <p:cNvPr id="43" name="Tape"/>
            <p:cNvSpPr/>
            <p:nvPr/>
          </p:nvSpPr>
          <p:spPr>
            <a:xfrm rot="401918">
              <a:off x="4290086" y="2629127"/>
              <a:ext cx="563828" cy="215444"/>
            </a:xfrm>
            <a:prstGeom prst="rect">
              <a:avLst/>
            </a:prstGeom>
            <a:solidFill>
              <a:srgbClr val="C00000"/>
            </a:solidFill>
            <a:ln w="31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4572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2573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>
            <p:custDataLst>
              <p:custData r:id="rId1"/>
            </p:custDataLst>
          </p:nvPr>
        </p:nvSpPr>
        <p:spPr>
          <a:xfrm>
            <a:off x="239747" y="1092671"/>
            <a:ext cx="1180131" cy="249299"/>
          </a:xfrm>
          <a:prstGeom prst="rect">
            <a:avLst/>
          </a:prstGeom>
          <a:noFill/>
        </p:spPr>
        <p:txBody>
          <a:bodyPr wrap="none" lIns="91440" tIns="18288" rIns="91440" bIns="45720" rtlCol="0" anchor="ctr" anchorCtr="0">
            <a:spAutoFit/>
          </a:bodyPr>
          <a:lstStyle/>
          <a:p>
            <a:r>
              <a:rPr lang="en-US" sz="12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Comic Sans MS" panose="030F0702030302020204" pitchFamily="66" charset="0"/>
                <a:ea typeface="Segoe UI" pitchFamily="34" charset="0"/>
                <a:cs typeface="Segoe UI" pitchFamily="34" charset="0"/>
              </a:rPr>
              <a:t>Injury Report</a:t>
            </a:r>
          </a:p>
        </p:txBody>
      </p:sp>
      <p:sp>
        <p:nvSpPr>
          <p:cNvPr id="12" name="Content"/>
          <p:cNvSpPr txBox="1"/>
          <p:nvPr>
            <p:custDataLst>
              <p:custData r:id="rId2"/>
            </p:custDataLst>
          </p:nvPr>
        </p:nvSpPr>
        <p:spPr>
          <a:xfrm>
            <a:off x="631113" y="1968334"/>
            <a:ext cx="1689630" cy="249299"/>
          </a:xfrm>
          <a:prstGeom prst="rect">
            <a:avLst/>
          </a:prstGeom>
          <a:noFill/>
        </p:spPr>
        <p:txBody>
          <a:bodyPr wrap="none" lIns="91440" tIns="18288" rIns="91440" bIns="45720" rtlCol="0" anchor="ctr" anchorCtr="0">
            <a:spAutoFit/>
          </a:bodyPr>
          <a:lstStyle/>
          <a:p>
            <a:r>
              <a:rPr lang="en-US" sz="12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Segoe UI" pitchFamily="34" charset="0"/>
                <a:ea typeface="Segoe UI" pitchFamily="34" charset="0"/>
                <a:cs typeface="Segoe UI" pitchFamily="34" charset="0"/>
              </a:rPr>
              <a:t>Injury </a:t>
            </a:r>
            <a:r>
              <a:rPr lang="en-US" sz="12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Comic Sans MS" panose="030F0702030302020204" pitchFamily="66" charset="0"/>
                <a:ea typeface="Segoe UI" pitchFamily="34" charset="0"/>
                <a:cs typeface="Segoe UI" pitchFamily="34" charset="0"/>
              </a:rPr>
              <a:t>Report</a:t>
            </a:r>
            <a:r>
              <a:rPr lang="en-US" sz="12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Segoe UI" pitchFamily="34" charset="0"/>
                <a:ea typeface="Segoe UI" pitchFamily="34" charset="0"/>
                <a:cs typeface="Segoe UI" pitchFamily="34" charset="0"/>
              </a:rPr>
              <a:t> Settings</a:t>
            </a:r>
          </a:p>
        </p:txBody>
      </p:sp>
      <p:sp>
        <p:nvSpPr>
          <p:cNvPr id="13" name="Content"/>
          <p:cNvSpPr txBox="1"/>
          <p:nvPr>
            <p:custDataLst>
              <p:custData r:id="rId3"/>
            </p:custDataLst>
          </p:nvPr>
        </p:nvSpPr>
        <p:spPr>
          <a:xfrm>
            <a:off x="570984" y="1526696"/>
            <a:ext cx="673582" cy="249299"/>
          </a:xfrm>
          <a:prstGeom prst="rect">
            <a:avLst/>
          </a:prstGeom>
          <a:noFill/>
        </p:spPr>
        <p:txBody>
          <a:bodyPr wrap="none" lIns="91440" tIns="18288" rIns="91440" bIns="45720" rtlCol="0" anchor="ctr" anchorCtr="0">
            <a:spAutoFit/>
          </a:bodyPr>
          <a:lstStyle/>
          <a:p>
            <a:r>
              <a:rPr lang="en-US" sz="1200" b="1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Comic Sans MS" panose="030F0702030302020204" pitchFamily="66" charset="0"/>
                <a:ea typeface="Segoe UI" pitchFamily="34" charset="0"/>
                <a:cs typeface="Segoe UI" pitchFamily="34" charset="0"/>
              </a:rPr>
              <a:t>Report</a:t>
            </a:r>
          </a:p>
        </p:txBody>
      </p:sp>
      <p:sp>
        <p:nvSpPr>
          <p:cNvPr id="14" name="Content"/>
          <p:cNvSpPr txBox="1"/>
          <p:nvPr>
            <p:custDataLst>
              <p:custData r:id="rId4"/>
            </p:custDataLst>
          </p:nvPr>
        </p:nvSpPr>
        <p:spPr>
          <a:xfrm>
            <a:off x="2425964" y="717588"/>
            <a:ext cx="5963434" cy="341632"/>
          </a:xfrm>
          <a:prstGeom prst="rect">
            <a:avLst/>
          </a:prstGeom>
          <a:noFill/>
        </p:spPr>
        <p:txBody>
          <a:bodyPr wrap="square" lIns="91440" tIns="18288" rIns="91440" bIns="45720" rtlCol="0" anchor="ctr" anchorCtr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  <a:ea typeface="Segoe UI" pitchFamily="34" charset="0"/>
                <a:cs typeface="Segoe UI" pitchFamily="34" charset="0"/>
              </a:rPr>
              <a:t>Injury Report </a:t>
            </a:r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  <a:ea typeface="Segoe UI" pitchFamily="34" charset="0"/>
                <a:cs typeface="Segoe UI" pitchFamily="34" charset="0"/>
              </a:rPr>
              <a:t>&gt; </a:t>
            </a:r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  <a:ea typeface="Segoe UI" pitchFamily="34" charset="0"/>
                <a:cs typeface="Segoe UI" pitchFamily="34" charset="0"/>
              </a:rPr>
              <a:t>Report Details – { Left Hand – Break }</a:t>
            </a:r>
            <a:endParaRPr lang="en-US" dirty="0">
              <a:solidFill>
                <a:srgbClr val="000000"/>
              </a:solidFill>
              <a:latin typeface="Comic Sans MS" panose="030F0702030302020204" pitchFamily="66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5" name="Picture 2" descr="C:\Users\t-dantay\Documents\Placeholders\setting.png"/>
          <p:cNvPicPr>
            <a:picLocks noChangeAspect="1" noChangeArrowheads="1"/>
          </p:cNvPicPr>
          <p:nvPr>
            <p:custDataLst>
              <p:custData r:id="rId5"/>
            </p:custDataLst>
          </p:nvPr>
        </p:nvPicPr>
        <p:blipFill rotWithShape="1"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80" r="35484"/>
          <a:stretch/>
        </p:blipFill>
        <p:spPr bwMode="auto">
          <a:xfrm>
            <a:off x="355365" y="1968334"/>
            <a:ext cx="227283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Users\t-dantay\Documents\First24\error1.png"/>
          <p:cNvPicPr>
            <a:picLocks noChangeAspect="1" noChangeArrowheads="1"/>
          </p:cNvPicPr>
          <p:nvPr>
            <p:custDataLst>
              <p:custData r:id="rId6"/>
            </p:custDataLst>
          </p:nvPr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100000">
            <a:off x="355168" y="1507663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Content"/>
          <p:cNvSpPr/>
          <p:nvPr>
            <p:custDataLst>
              <p:custData r:id="rId7"/>
            </p:custDataLst>
          </p:nvPr>
        </p:nvSpPr>
        <p:spPr>
          <a:xfrm>
            <a:off x="2934195" y="1205703"/>
            <a:ext cx="3114448" cy="203458"/>
          </a:xfrm>
          <a:prstGeom prst="rect">
            <a:avLst/>
          </a:prstGeom>
          <a:solidFill>
            <a:sysClr val="window" lastClr="FFFFFF"/>
          </a:solidFill>
          <a:ln w="3175">
            <a:solidFill>
              <a:srgbClr val="000000">
                <a:lumMod val="50000"/>
                <a:lumOff val="50000"/>
              </a:srgbClr>
            </a:solidFill>
          </a:ln>
          <a:effectLst/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wrap="none" lIns="45720" tIns="18288" rIns="45720" bIns="18288" rtlCol="0" anchor="ctr">
            <a:noAutofit/>
          </a:bodyPr>
          <a:lstStyle/>
          <a:p>
            <a:endParaRPr lang="en-US" sz="1200" dirty="0">
              <a:solidFill>
                <a:srgbClr val="000000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44" name="Content"/>
          <p:cNvSpPr txBox="1"/>
          <p:nvPr>
            <p:custDataLst>
              <p:custData r:id="rId8"/>
            </p:custDataLst>
          </p:nvPr>
        </p:nvSpPr>
        <p:spPr>
          <a:xfrm>
            <a:off x="2334221" y="1206109"/>
            <a:ext cx="538930" cy="230832"/>
          </a:xfrm>
          <a:prstGeom prst="rect">
            <a:avLst/>
          </a:prstGeom>
          <a:noFill/>
        </p:spPr>
        <p:txBody>
          <a:bodyPr wrap="none" lIns="91440" tIns="18288" rIns="91440" bIns="27432" rtlCol="0" anchor="ctr" anchorCtr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Who:</a:t>
            </a:r>
          </a:p>
        </p:txBody>
      </p:sp>
      <p:cxnSp>
        <p:nvCxnSpPr>
          <p:cNvPr id="29" name="Straight Connector 28"/>
          <p:cNvCxnSpPr/>
          <p:nvPr/>
        </p:nvCxnSpPr>
        <p:spPr>
          <a:xfrm flipV="1">
            <a:off x="2320743" y="1059220"/>
            <a:ext cx="9655234" cy="334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ontent"/>
          <p:cNvSpPr txBox="1"/>
          <p:nvPr>
            <p:custDataLst>
              <p:custData r:id="rId9"/>
            </p:custDataLst>
          </p:nvPr>
        </p:nvSpPr>
        <p:spPr>
          <a:xfrm>
            <a:off x="2299904" y="1597281"/>
            <a:ext cx="580608" cy="230832"/>
          </a:xfrm>
          <a:prstGeom prst="rect">
            <a:avLst/>
          </a:prstGeom>
          <a:noFill/>
        </p:spPr>
        <p:txBody>
          <a:bodyPr wrap="none" lIns="91440" tIns="18288" rIns="91440" bIns="27432" rtlCol="0" anchor="ctr" anchorCtr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What:</a:t>
            </a:r>
          </a:p>
        </p:txBody>
      </p:sp>
      <p:sp>
        <p:nvSpPr>
          <p:cNvPr id="47" name="Content"/>
          <p:cNvSpPr txBox="1"/>
          <p:nvPr>
            <p:custDataLst>
              <p:custData r:id="rId10"/>
            </p:custDataLst>
          </p:nvPr>
        </p:nvSpPr>
        <p:spPr>
          <a:xfrm>
            <a:off x="2295749" y="2127022"/>
            <a:ext cx="615874" cy="230832"/>
          </a:xfrm>
          <a:prstGeom prst="rect">
            <a:avLst/>
          </a:prstGeom>
          <a:noFill/>
        </p:spPr>
        <p:txBody>
          <a:bodyPr wrap="none" lIns="91440" tIns="18288" rIns="91440" bIns="27432" rtlCol="0" anchor="ctr" anchorCtr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When:</a:t>
            </a:r>
          </a:p>
        </p:txBody>
      </p:sp>
      <p:grpSp>
        <p:nvGrpSpPr>
          <p:cNvPr id="48" name="Group 47"/>
          <p:cNvGrpSpPr/>
          <p:nvPr>
            <p:custDataLst>
              <p:custData r:id="rId11"/>
              <p:custData r:id="rId12"/>
            </p:custDataLst>
          </p:nvPr>
        </p:nvGrpSpPr>
        <p:grpSpPr>
          <a:xfrm>
            <a:off x="2934197" y="1555038"/>
            <a:ext cx="1487667" cy="320480"/>
            <a:chOff x="493350" y="3722621"/>
            <a:chExt cx="1284649" cy="320480"/>
          </a:xfrm>
        </p:grpSpPr>
        <p:sp>
          <p:nvSpPr>
            <p:cNvPr id="49" name="Content"/>
            <p:cNvSpPr>
              <a:spLocks/>
            </p:cNvSpPr>
            <p:nvPr/>
          </p:nvSpPr>
          <p:spPr bwMode="auto">
            <a:xfrm>
              <a:off x="493350" y="3722621"/>
              <a:ext cx="1284649" cy="320480"/>
            </a:xfrm>
            <a:prstGeom prst="rect">
              <a:avLst/>
            </a:prstGeom>
            <a:solidFill>
              <a:srgbClr val="FFFFFF"/>
            </a:solidFill>
            <a:ln w="22225" cap="flat" cmpd="sng" algn="ctr">
              <a:solidFill>
                <a:srgbClr val="232323">
                  <a:lumMod val="90000"/>
                  <a:lumOff val="1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vert="horz" wrap="square" lIns="91436" tIns="45718" rIns="91436" bIns="4571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914099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Segoe"/>
                  <a:ea typeface="+mn-ea"/>
                  <a:cs typeface="+mn-cs"/>
                </a:rPr>
                <a:t>Leg</a:t>
              </a:r>
            </a:p>
          </p:txBody>
        </p:sp>
        <p:sp>
          <p:nvSpPr>
            <p:cNvPr id="50" name="DownArrow"/>
            <p:cNvSpPr>
              <a:spLocks/>
            </p:cNvSpPr>
            <p:nvPr/>
          </p:nvSpPr>
          <p:spPr bwMode="auto">
            <a:xfrm rot="5400000">
              <a:off x="1627617" y="3842802"/>
              <a:ext cx="60862" cy="65801"/>
            </a:xfrm>
            <a:custGeom>
              <a:avLst/>
              <a:gdLst>
                <a:gd name="connsiteX0" fmla="*/ 0 w 88508"/>
                <a:gd name="connsiteY0" fmla="*/ 0 h 100794"/>
                <a:gd name="connsiteX1" fmla="*/ 44254 w 88508"/>
                <a:gd name="connsiteY1" fmla="*/ 0 h 100794"/>
                <a:gd name="connsiteX2" fmla="*/ 88508 w 88508"/>
                <a:gd name="connsiteY2" fmla="*/ 50397 h 100794"/>
                <a:gd name="connsiteX3" fmla="*/ 44254 w 88508"/>
                <a:gd name="connsiteY3" fmla="*/ 100794 h 100794"/>
                <a:gd name="connsiteX4" fmla="*/ 0 w 88508"/>
                <a:gd name="connsiteY4" fmla="*/ 100794 h 100794"/>
                <a:gd name="connsiteX5" fmla="*/ 44254 w 88508"/>
                <a:gd name="connsiteY5" fmla="*/ 50397 h 100794"/>
                <a:gd name="connsiteX6" fmla="*/ 0 w 88508"/>
                <a:gd name="connsiteY6" fmla="*/ 0 h 100794"/>
                <a:gd name="connsiteX0" fmla="*/ 14630 w 88508"/>
                <a:gd name="connsiteY0" fmla="*/ 0 h 100794"/>
                <a:gd name="connsiteX1" fmla="*/ 44254 w 88508"/>
                <a:gd name="connsiteY1" fmla="*/ 0 h 100794"/>
                <a:gd name="connsiteX2" fmla="*/ 88508 w 88508"/>
                <a:gd name="connsiteY2" fmla="*/ 50397 h 100794"/>
                <a:gd name="connsiteX3" fmla="*/ 44254 w 88508"/>
                <a:gd name="connsiteY3" fmla="*/ 100794 h 100794"/>
                <a:gd name="connsiteX4" fmla="*/ 0 w 88508"/>
                <a:gd name="connsiteY4" fmla="*/ 100794 h 100794"/>
                <a:gd name="connsiteX5" fmla="*/ 44254 w 88508"/>
                <a:gd name="connsiteY5" fmla="*/ 50397 h 100794"/>
                <a:gd name="connsiteX6" fmla="*/ 14630 w 88508"/>
                <a:gd name="connsiteY6" fmla="*/ 0 h 100794"/>
                <a:gd name="connsiteX0" fmla="*/ 14630 w 88508"/>
                <a:gd name="connsiteY0" fmla="*/ 0 h 100794"/>
                <a:gd name="connsiteX1" fmla="*/ 44254 w 88508"/>
                <a:gd name="connsiteY1" fmla="*/ 0 h 100794"/>
                <a:gd name="connsiteX2" fmla="*/ 88508 w 88508"/>
                <a:gd name="connsiteY2" fmla="*/ 50397 h 100794"/>
                <a:gd name="connsiteX3" fmla="*/ 44254 w 88508"/>
                <a:gd name="connsiteY3" fmla="*/ 100794 h 100794"/>
                <a:gd name="connsiteX4" fmla="*/ 0 w 88508"/>
                <a:gd name="connsiteY4" fmla="*/ 100794 h 100794"/>
                <a:gd name="connsiteX5" fmla="*/ 66200 w 88508"/>
                <a:gd name="connsiteY5" fmla="*/ 57712 h 100794"/>
                <a:gd name="connsiteX6" fmla="*/ 14630 w 88508"/>
                <a:gd name="connsiteY6" fmla="*/ 0 h 100794"/>
                <a:gd name="connsiteX0" fmla="*/ 0 w 73878"/>
                <a:gd name="connsiteY0" fmla="*/ 0 h 108109"/>
                <a:gd name="connsiteX1" fmla="*/ 29624 w 73878"/>
                <a:gd name="connsiteY1" fmla="*/ 0 h 108109"/>
                <a:gd name="connsiteX2" fmla="*/ 73878 w 73878"/>
                <a:gd name="connsiteY2" fmla="*/ 50397 h 108109"/>
                <a:gd name="connsiteX3" fmla="*/ 29624 w 73878"/>
                <a:gd name="connsiteY3" fmla="*/ 100794 h 108109"/>
                <a:gd name="connsiteX4" fmla="*/ 7315 w 73878"/>
                <a:gd name="connsiteY4" fmla="*/ 108109 h 108109"/>
                <a:gd name="connsiteX5" fmla="*/ 51570 w 73878"/>
                <a:gd name="connsiteY5" fmla="*/ 57712 h 108109"/>
                <a:gd name="connsiteX6" fmla="*/ 0 w 73878"/>
                <a:gd name="connsiteY6" fmla="*/ 0 h 108109"/>
                <a:gd name="connsiteX0" fmla="*/ 3655 w 77533"/>
                <a:gd name="connsiteY0" fmla="*/ 0 h 100794"/>
                <a:gd name="connsiteX1" fmla="*/ 33279 w 77533"/>
                <a:gd name="connsiteY1" fmla="*/ 0 h 100794"/>
                <a:gd name="connsiteX2" fmla="*/ 77533 w 77533"/>
                <a:gd name="connsiteY2" fmla="*/ 50397 h 100794"/>
                <a:gd name="connsiteX3" fmla="*/ 33279 w 77533"/>
                <a:gd name="connsiteY3" fmla="*/ 100794 h 100794"/>
                <a:gd name="connsiteX4" fmla="*/ 0 w 77533"/>
                <a:gd name="connsiteY4" fmla="*/ 97136 h 100794"/>
                <a:gd name="connsiteX5" fmla="*/ 55225 w 77533"/>
                <a:gd name="connsiteY5" fmla="*/ 57712 h 100794"/>
                <a:gd name="connsiteX6" fmla="*/ 3655 w 77533"/>
                <a:gd name="connsiteY6" fmla="*/ 0 h 100794"/>
                <a:gd name="connsiteX0" fmla="*/ 3655 w 77533"/>
                <a:gd name="connsiteY0" fmla="*/ 0 h 100794"/>
                <a:gd name="connsiteX1" fmla="*/ 33279 w 77533"/>
                <a:gd name="connsiteY1" fmla="*/ 0 h 100794"/>
                <a:gd name="connsiteX2" fmla="*/ 77533 w 77533"/>
                <a:gd name="connsiteY2" fmla="*/ 50397 h 100794"/>
                <a:gd name="connsiteX3" fmla="*/ 33279 w 77533"/>
                <a:gd name="connsiteY3" fmla="*/ 100794 h 100794"/>
                <a:gd name="connsiteX4" fmla="*/ 0 w 77533"/>
                <a:gd name="connsiteY4" fmla="*/ 97136 h 100794"/>
                <a:gd name="connsiteX5" fmla="*/ 51570 w 77533"/>
                <a:gd name="connsiteY5" fmla="*/ 46739 h 100794"/>
                <a:gd name="connsiteX6" fmla="*/ 3655 w 77533"/>
                <a:gd name="connsiteY6" fmla="*/ 0 h 100794"/>
                <a:gd name="connsiteX0" fmla="*/ 3655 w 77533"/>
                <a:gd name="connsiteY0" fmla="*/ 0 h 100794"/>
                <a:gd name="connsiteX1" fmla="*/ 33279 w 77533"/>
                <a:gd name="connsiteY1" fmla="*/ 0 h 100794"/>
                <a:gd name="connsiteX2" fmla="*/ 77533 w 77533"/>
                <a:gd name="connsiteY2" fmla="*/ 50397 h 100794"/>
                <a:gd name="connsiteX3" fmla="*/ 33279 w 77533"/>
                <a:gd name="connsiteY3" fmla="*/ 100794 h 100794"/>
                <a:gd name="connsiteX4" fmla="*/ 0 w 77533"/>
                <a:gd name="connsiteY4" fmla="*/ 97136 h 100794"/>
                <a:gd name="connsiteX5" fmla="*/ 58716 w 77533"/>
                <a:gd name="connsiteY5" fmla="*/ 49120 h 100794"/>
                <a:gd name="connsiteX6" fmla="*/ 3655 w 77533"/>
                <a:gd name="connsiteY6" fmla="*/ 0 h 100794"/>
                <a:gd name="connsiteX0" fmla="*/ 0 w 73878"/>
                <a:gd name="connsiteY0" fmla="*/ 0 h 104280"/>
                <a:gd name="connsiteX1" fmla="*/ 29624 w 73878"/>
                <a:gd name="connsiteY1" fmla="*/ 0 h 104280"/>
                <a:gd name="connsiteX2" fmla="*/ 73878 w 73878"/>
                <a:gd name="connsiteY2" fmla="*/ 50397 h 104280"/>
                <a:gd name="connsiteX3" fmla="*/ 29624 w 73878"/>
                <a:gd name="connsiteY3" fmla="*/ 100794 h 104280"/>
                <a:gd name="connsiteX4" fmla="*/ 13016 w 73878"/>
                <a:gd name="connsiteY4" fmla="*/ 104280 h 104280"/>
                <a:gd name="connsiteX5" fmla="*/ 55061 w 73878"/>
                <a:gd name="connsiteY5" fmla="*/ 49120 h 104280"/>
                <a:gd name="connsiteX6" fmla="*/ 0 w 73878"/>
                <a:gd name="connsiteY6" fmla="*/ 0 h 104280"/>
                <a:gd name="connsiteX0" fmla="*/ 1272 w 60862"/>
                <a:gd name="connsiteY0" fmla="*/ 2381 h 104280"/>
                <a:gd name="connsiteX1" fmla="*/ 16608 w 60862"/>
                <a:gd name="connsiteY1" fmla="*/ 0 h 104280"/>
                <a:gd name="connsiteX2" fmla="*/ 60862 w 60862"/>
                <a:gd name="connsiteY2" fmla="*/ 50397 h 104280"/>
                <a:gd name="connsiteX3" fmla="*/ 16608 w 60862"/>
                <a:gd name="connsiteY3" fmla="*/ 100794 h 104280"/>
                <a:gd name="connsiteX4" fmla="*/ 0 w 60862"/>
                <a:gd name="connsiteY4" fmla="*/ 104280 h 104280"/>
                <a:gd name="connsiteX5" fmla="*/ 42045 w 60862"/>
                <a:gd name="connsiteY5" fmla="*/ 49120 h 104280"/>
                <a:gd name="connsiteX6" fmla="*/ 1272 w 60862"/>
                <a:gd name="connsiteY6" fmla="*/ 2381 h 104280"/>
                <a:gd name="connsiteX0" fmla="*/ 1272 w 60862"/>
                <a:gd name="connsiteY0" fmla="*/ 2381 h 100794"/>
                <a:gd name="connsiteX1" fmla="*/ 16608 w 60862"/>
                <a:gd name="connsiteY1" fmla="*/ 0 h 100794"/>
                <a:gd name="connsiteX2" fmla="*/ 60862 w 60862"/>
                <a:gd name="connsiteY2" fmla="*/ 50397 h 100794"/>
                <a:gd name="connsiteX3" fmla="*/ 16608 w 60862"/>
                <a:gd name="connsiteY3" fmla="*/ 100794 h 100794"/>
                <a:gd name="connsiteX4" fmla="*/ 0 w 60862"/>
                <a:gd name="connsiteY4" fmla="*/ 94755 h 100794"/>
                <a:gd name="connsiteX5" fmla="*/ 42045 w 60862"/>
                <a:gd name="connsiteY5" fmla="*/ 49120 h 100794"/>
                <a:gd name="connsiteX6" fmla="*/ 1272 w 60862"/>
                <a:gd name="connsiteY6" fmla="*/ 2381 h 100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862" h="100794">
                  <a:moveTo>
                    <a:pt x="1272" y="2381"/>
                  </a:moveTo>
                  <a:lnTo>
                    <a:pt x="16608" y="0"/>
                  </a:lnTo>
                  <a:lnTo>
                    <a:pt x="60862" y="50397"/>
                  </a:lnTo>
                  <a:lnTo>
                    <a:pt x="16608" y="100794"/>
                  </a:lnTo>
                  <a:lnTo>
                    <a:pt x="0" y="94755"/>
                  </a:lnTo>
                  <a:lnTo>
                    <a:pt x="42045" y="49120"/>
                  </a:lnTo>
                  <a:lnTo>
                    <a:pt x="1272" y="2381"/>
                  </a:lnTo>
                  <a:close/>
                </a:path>
              </a:pathLst>
            </a:custGeom>
            <a:solidFill>
              <a:srgbClr val="585858">
                <a:lumMod val="50000"/>
              </a:srgbClr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vert="horz" wrap="square" lIns="91436" tIns="45718" rIns="91436" bIns="4571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099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"/>
                <a:ea typeface="+mn-ea"/>
                <a:cs typeface="+mn-cs"/>
              </a:endParaRPr>
            </a:p>
          </p:txBody>
        </p:sp>
      </p:grpSp>
      <p:grpSp>
        <p:nvGrpSpPr>
          <p:cNvPr id="51" name="Group 50"/>
          <p:cNvGrpSpPr/>
          <p:nvPr>
            <p:custDataLst>
              <p:custData r:id="rId13"/>
              <p:custData r:id="rId14"/>
            </p:custDataLst>
          </p:nvPr>
        </p:nvGrpSpPr>
        <p:grpSpPr>
          <a:xfrm>
            <a:off x="4524350" y="1550047"/>
            <a:ext cx="1532213" cy="320480"/>
            <a:chOff x="493350" y="3722621"/>
            <a:chExt cx="1284649" cy="320480"/>
          </a:xfrm>
        </p:grpSpPr>
        <p:sp>
          <p:nvSpPr>
            <p:cNvPr id="52" name="Content"/>
            <p:cNvSpPr>
              <a:spLocks/>
            </p:cNvSpPr>
            <p:nvPr/>
          </p:nvSpPr>
          <p:spPr bwMode="auto">
            <a:xfrm>
              <a:off x="493350" y="3722621"/>
              <a:ext cx="1284649" cy="320480"/>
            </a:xfrm>
            <a:prstGeom prst="rect">
              <a:avLst/>
            </a:prstGeom>
            <a:solidFill>
              <a:srgbClr val="FFFFFF"/>
            </a:solidFill>
            <a:ln w="22225" cap="flat" cmpd="sng" algn="ctr">
              <a:solidFill>
                <a:srgbClr val="232323">
                  <a:lumMod val="90000"/>
                  <a:lumOff val="1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vert="horz" wrap="square" lIns="91436" tIns="45718" rIns="91436" bIns="4571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914099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Segoe"/>
                  <a:ea typeface="+mn-ea"/>
                  <a:cs typeface="+mn-cs"/>
                </a:rPr>
                <a:t>Broken</a:t>
              </a:r>
            </a:p>
          </p:txBody>
        </p:sp>
        <p:sp>
          <p:nvSpPr>
            <p:cNvPr id="53" name="DownArrow"/>
            <p:cNvSpPr>
              <a:spLocks/>
            </p:cNvSpPr>
            <p:nvPr/>
          </p:nvSpPr>
          <p:spPr bwMode="auto">
            <a:xfrm rot="5400000">
              <a:off x="1631105" y="3843759"/>
              <a:ext cx="60862" cy="63888"/>
            </a:xfrm>
            <a:custGeom>
              <a:avLst/>
              <a:gdLst>
                <a:gd name="connsiteX0" fmla="*/ 0 w 88508"/>
                <a:gd name="connsiteY0" fmla="*/ 0 h 100794"/>
                <a:gd name="connsiteX1" fmla="*/ 44254 w 88508"/>
                <a:gd name="connsiteY1" fmla="*/ 0 h 100794"/>
                <a:gd name="connsiteX2" fmla="*/ 88508 w 88508"/>
                <a:gd name="connsiteY2" fmla="*/ 50397 h 100794"/>
                <a:gd name="connsiteX3" fmla="*/ 44254 w 88508"/>
                <a:gd name="connsiteY3" fmla="*/ 100794 h 100794"/>
                <a:gd name="connsiteX4" fmla="*/ 0 w 88508"/>
                <a:gd name="connsiteY4" fmla="*/ 100794 h 100794"/>
                <a:gd name="connsiteX5" fmla="*/ 44254 w 88508"/>
                <a:gd name="connsiteY5" fmla="*/ 50397 h 100794"/>
                <a:gd name="connsiteX6" fmla="*/ 0 w 88508"/>
                <a:gd name="connsiteY6" fmla="*/ 0 h 100794"/>
                <a:gd name="connsiteX0" fmla="*/ 14630 w 88508"/>
                <a:gd name="connsiteY0" fmla="*/ 0 h 100794"/>
                <a:gd name="connsiteX1" fmla="*/ 44254 w 88508"/>
                <a:gd name="connsiteY1" fmla="*/ 0 h 100794"/>
                <a:gd name="connsiteX2" fmla="*/ 88508 w 88508"/>
                <a:gd name="connsiteY2" fmla="*/ 50397 h 100794"/>
                <a:gd name="connsiteX3" fmla="*/ 44254 w 88508"/>
                <a:gd name="connsiteY3" fmla="*/ 100794 h 100794"/>
                <a:gd name="connsiteX4" fmla="*/ 0 w 88508"/>
                <a:gd name="connsiteY4" fmla="*/ 100794 h 100794"/>
                <a:gd name="connsiteX5" fmla="*/ 44254 w 88508"/>
                <a:gd name="connsiteY5" fmla="*/ 50397 h 100794"/>
                <a:gd name="connsiteX6" fmla="*/ 14630 w 88508"/>
                <a:gd name="connsiteY6" fmla="*/ 0 h 100794"/>
                <a:gd name="connsiteX0" fmla="*/ 14630 w 88508"/>
                <a:gd name="connsiteY0" fmla="*/ 0 h 100794"/>
                <a:gd name="connsiteX1" fmla="*/ 44254 w 88508"/>
                <a:gd name="connsiteY1" fmla="*/ 0 h 100794"/>
                <a:gd name="connsiteX2" fmla="*/ 88508 w 88508"/>
                <a:gd name="connsiteY2" fmla="*/ 50397 h 100794"/>
                <a:gd name="connsiteX3" fmla="*/ 44254 w 88508"/>
                <a:gd name="connsiteY3" fmla="*/ 100794 h 100794"/>
                <a:gd name="connsiteX4" fmla="*/ 0 w 88508"/>
                <a:gd name="connsiteY4" fmla="*/ 100794 h 100794"/>
                <a:gd name="connsiteX5" fmla="*/ 66200 w 88508"/>
                <a:gd name="connsiteY5" fmla="*/ 57712 h 100794"/>
                <a:gd name="connsiteX6" fmla="*/ 14630 w 88508"/>
                <a:gd name="connsiteY6" fmla="*/ 0 h 100794"/>
                <a:gd name="connsiteX0" fmla="*/ 0 w 73878"/>
                <a:gd name="connsiteY0" fmla="*/ 0 h 108109"/>
                <a:gd name="connsiteX1" fmla="*/ 29624 w 73878"/>
                <a:gd name="connsiteY1" fmla="*/ 0 h 108109"/>
                <a:gd name="connsiteX2" fmla="*/ 73878 w 73878"/>
                <a:gd name="connsiteY2" fmla="*/ 50397 h 108109"/>
                <a:gd name="connsiteX3" fmla="*/ 29624 w 73878"/>
                <a:gd name="connsiteY3" fmla="*/ 100794 h 108109"/>
                <a:gd name="connsiteX4" fmla="*/ 7315 w 73878"/>
                <a:gd name="connsiteY4" fmla="*/ 108109 h 108109"/>
                <a:gd name="connsiteX5" fmla="*/ 51570 w 73878"/>
                <a:gd name="connsiteY5" fmla="*/ 57712 h 108109"/>
                <a:gd name="connsiteX6" fmla="*/ 0 w 73878"/>
                <a:gd name="connsiteY6" fmla="*/ 0 h 108109"/>
                <a:gd name="connsiteX0" fmla="*/ 3655 w 77533"/>
                <a:gd name="connsiteY0" fmla="*/ 0 h 100794"/>
                <a:gd name="connsiteX1" fmla="*/ 33279 w 77533"/>
                <a:gd name="connsiteY1" fmla="*/ 0 h 100794"/>
                <a:gd name="connsiteX2" fmla="*/ 77533 w 77533"/>
                <a:gd name="connsiteY2" fmla="*/ 50397 h 100794"/>
                <a:gd name="connsiteX3" fmla="*/ 33279 w 77533"/>
                <a:gd name="connsiteY3" fmla="*/ 100794 h 100794"/>
                <a:gd name="connsiteX4" fmla="*/ 0 w 77533"/>
                <a:gd name="connsiteY4" fmla="*/ 97136 h 100794"/>
                <a:gd name="connsiteX5" fmla="*/ 55225 w 77533"/>
                <a:gd name="connsiteY5" fmla="*/ 57712 h 100794"/>
                <a:gd name="connsiteX6" fmla="*/ 3655 w 77533"/>
                <a:gd name="connsiteY6" fmla="*/ 0 h 100794"/>
                <a:gd name="connsiteX0" fmla="*/ 3655 w 77533"/>
                <a:gd name="connsiteY0" fmla="*/ 0 h 100794"/>
                <a:gd name="connsiteX1" fmla="*/ 33279 w 77533"/>
                <a:gd name="connsiteY1" fmla="*/ 0 h 100794"/>
                <a:gd name="connsiteX2" fmla="*/ 77533 w 77533"/>
                <a:gd name="connsiteY2" fmla="*/ 50397 h 100794"/>
                <a:gd name="connsiteX3" fmla="*/ 33279 w 77533"/>
                <a:gd name="connsiteY3" fmla="*/ 100794 h 100794"/>
                <a:gd name="connsiteX4" fmla="*/ 0 w 77533"/>
                <a:gd name="connsiteY4" fmla="*/ 97136 h 100794"/>
                <a:gd name="connsiteX5" fmla="*/ 51570 w 77533"/>
                <a:gd name="connsiteY5" fmla="*/ 46739 h 100794"/>
                <a:gd name="connsiteX6" fmla="*/ 3655 w 77533"/>
                <a:gd name="connsiteY6" fmla="*/ 0 h 100794"/>
                <a:gd name="connsiteX0" fmla="*/ 3655 w 77533"/>
                <a:gd name="connsiteY0" fmla="*/ 0 h 100794"/>
                <a:gd name="connsiteX1" fmla="*/ 33279 w 77533"/>
                <a:gd name="connsiteY1" fmla="*/ 0 h 100794"/>
                <a:gd name="connsiteX2" fmla="*/ 77533 w 77533"/>
                <a:gd name="connsiteY2" fmla="*/ 50397 h 100794"/>
                <a:gd name="connsiteX3" fmla="*/ 33279 w 77533"/>
                <a:gd name="connsiteY3" fmla="*/ 100794 h 100794"/>
                <a:gd name="connsiteX4" fmla="*/ 0 w 77533"/>
                <a:gd name="connsiteY4" fmla="*/ 97136 h 100794"/>
                <a:gd name="connsiteX5" fmla="*/ 58716 w 77533"/>
                <a:gd name="connsiteY5" fmla="*/ 49120 h 100794"/>
                <a:gd name="connsiteX6" fmla="*/ 3655 w 77533"/>
                <a:gd name="connsiteY6" fmla="*/ 0 h 100794"/>
                <a:gd name="connsiteX0" fmla="*/ 0 w 73878"/>
                <a:gd name="connsiteY0" fmla="*/ 0 h 104280"/>
                <a:gd name="connsiteX1" fmla="*/ 29624 w 73878"/>
                <a:gd name="connsiteY1" fmla="*/ 0 h 104280"/>
                <a:gd name="connsiteX2" fmla="*/ 73878 w 73878"/>
                <a:gd name="connsiteY2" fmla="*/ 50397 h 104280"/>
                <a:gd name="connsiteX3" fmla="*/ 29624 w 73878"/>
                <a:gd name="connsiteY3" fmla="*/ 100794 h 104280"/>
                <a:gd name="connsiteX4" fmla="*/ 13016 w 73878"/>
                <a:gd name="connsiteY4" fmla="*/ 104280 h 104280"/>
                <a:gd name="connsiteX5" fmla="*/ 55061 w 73878"/>
                <a:gd name="connsiteY5" fmla="*/ 49120 h 104280"/>
                <a:gd name="connsiteX6" fmla="*/ 0 w 73878"/>
                <a:gd name="connsiteY6" fmla="*/ 0 h 104280"/>
                <a:gd name="connsiteX0" fmla="*/ 1272 w 60862"/>
                <a:gd name="connsiteY0" fmla="*/ 2381 h 104280"/>
                <a:gd name="connsiteX1" fmla="*/ 16608 w 60862"/>
                <a:gd name="connsiteY1" fmla="*/ 0 h 104280"/>
                <a:gd name="connsiteX2" fmla="*/ 60862 w 60862"/>
                <a:gd name="connsiteY2" fmla="*/ 50397 h 104280"/>
                <a:gd name="connsiteX3" fmla="*/ 16608 w 60862"/>
                <a:gd name="connsiteY3" fmla="*/ 100794 h 104280"/>
                <a:gd name="connsiteX4" fmla="*/ 0 w 60862"/>
                <a:gd name="connsiteY4" fmla="*/ 104280 h 104280"/>
                <a:gd name="connsiteX5" fmla="*/ 42045 w 60862"/>
                <a:gd name="connsiteY5" fmla="*/ 49120 h 104280"/>
                <a:gd name="connsiteX6" fmla="*/ 1272 w 60862"/>
                <a:gd name="connsiteY6" fmla="*/ 2381 h 104280"/>
                <a:gd name="connsiteX0" fmla="*/ 1272 w 60862"/>
                <a:gd name="connsiteY0" fmla="*/ 2381 h 100794"/>
                <a:gd name="connsiteX1" fmla="*/ 16608 w 60862"/>
                <a:gd name="connsiteY1" fmla="*/ 0 h 100794"/>
                <a:gd name="connsiteX2" fmla="*/ 60862 w 60862"/>
                <a:gd name="connsiteY2" fmla="*/ 50397 h 100794"/>
                <a:gd name="connsiteX3" fmla="*/ 16608 w 60862"/>
                <a:gd name="connsiteY3" fmla="*/ 100794 h 100794"/>
                <a:gd name="connsiteX4" fmla="*/ 0 w 60862"/>
                <a:gd name="connsiteY4" fmla="*/ 94755 h 100794"/>
                <a:gd name="connsiteX5" fmla="*/ 42045 w 60862"/>
                <a:gd name="connsiteY5" fmla="*/ 49120 h 100794"/>
                <a:gd name="connsiteX6" fmla="*/ 1272 w 60862"/>
                <a:gd name="connsiteY6" fmla="*/ 2381 h 100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862" h="100794">
                  <a:moveTo>
                    <a:pt x="1272" y="2381"/>
                  </a:moveTo>
                  <a:lnTo>
                    <a:pt x="16608" y="0"/>
                  </a:lnTo>
                  <a:lnTo>
                    <a:pt x="60862" y="50397"/>
                  </a:lnTo>
                  <a:lnTo>
                    <a:pt x="16608" y="100794"/>
                  </a:lnTo>
                  <a:lnTo>
                    <a:pt x="0" y="94755"/>
                  </a:lnTo>
                  <a:lnTo>
                    <a:pt x="42045" y="49120"/>
                  </a:lnTo>
                  <a:lnTo>
                    <a:pt x="1272" y="2381"/>
                  </a:lnTo>
                  <a:close/>
                </a:path>
              </a:pathLst>
            </a:custGeom>
            <a:solidFill>
              <a:srgbClr val="585858">
                <a:lumMod val="50000"/>
              </a:srgbClr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vert="horz" wrap="square" lIns="91436" tIns="45718" rIns="91436" bIns="4571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099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"/>
                <a:ea typeface="+mn-ea"/>
                <a:cs typeface="+mn-cs"/>
              </a:endParaRPr>
            </a:p>
          </p:txBody>
        </p:sp>
      </p:grpSp>
      <p:grpSp>
        <p:nvGrpSpPr>
          <p:cNvPr id="54" name="Group 53"/>
          <p:cNvGrpSpPr/>
          <p:nvPr>
            <p:custDataLst>
              <p:custData r:id="rId15"/>
              <p:custData r:id="rId16"/>
            </p:custDataLst>
          </p:nvPr>
        </p:nvGrpSpPr>
        <p:grpSpPr>
          <a:xfrm>
            <a:off x="2901351" y="2077601"/>
            <a:ext cx="3147293" cy="320480"/>
            <a:chOff x="661119" y="6516573"/>
            <a:chExt cx="3147293" cy="320480"/>
          </a:xfrm>
        </p:grpSpPr>
        <p:grpSp>
          <p:nvGrpSpPr>
            <p:cNvPr id="55" name="Group 54"/>
            <p:cNvGrpSpPr/>
            <p:nvPr/>
          </p:nvGrpSpPr>
          <p:grpSpPr>
            <a:xfrm>
              <a:off x="661119" y="6516573"/>
              <a:ext cx="1217687" cy="320480"/>
              <a:chOff x="507869" y="3725859"/>
              <a:chExt cx="1217687" cy="320480"/>
            </a:xfrm>
          </p:grpSpPr>
          <p:sp>
            <p:nvSpPr>
              <p:cNvPr id="62" name="Content1"/>
              <p:cNvSpPr/>
              <p:nvPr/>
            </p:nvSpPr>
            <p:spPr bwMode="auto">
              <a:xfrm>
                <a:off x="507869" y="3725859"/>
                <a:ext cx="1217687" cy="320480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CFCFCF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vert="horz" wrap="square" lIns="91436" tIns="45718" rIns="91436" bIns="45718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099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32323"/>
                    </a:solidFill>
                    <a:effectLst/>
                    <a:uLnTx/>
                    <a:uFillTx/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September</a:t>
                </a:r>
              </a:p>
            </p:txBody>
          </p:sp>
          <p:sp>
            <p:nvSpPr>
              <p:cNvPr id="63" name="DownArrow1"/>
              <p:cNvSpPr/>
              <p:nvPr/>
            </p:nvSpPr>
            <p:spPr bwMode="auto">
              <a:xfrm rot="5400000">
                <a:off x="1535955" y="3844761"/>
                <a:ext cx="60862" cy="76200"/>
              </a:xfrm>
              <a:custGeom>
                <a:avLst/>
                <a:gdLst>
                  <a:gd name="connsiteX0" fmla="*/ 0 w 88508"/>
                  <a:gd name="connsiteY0" fmla="*/ 0 h 100794"/>
                  <a:gd name="connsiteX1" fmla="*/ 44254 w 88508"/>
                  <a:gd name="connsiteY1" fmla="*/ 0 h 100794"/>
                  <a:gd name="connsiteX2" fmla="*/ 88508 w 88508"/>
                  <a:gd name="connsiteY2" fmla="*/ 50397 h 100794"/>
                  <a:gd name="connsiteX3" fmla="*/ 44254 w 88508"/>
                  <a:gd name="connsiteY3" fmla="*/ 100794 h 100794"/>
                  <a:gd name="connsiteX4" fmla="*/ 0 w 88508"/>
                  <a:gd name="connsiteY4" fmla="*/ 100794 h 100794"/>
                  <a:gd name="connsiteX5" fmla="*/ 44254 w 88508"/>
                  <a:gd name="connsiteY5" fmla="*/ 50397 h 100794"/>
                  <a:gd name="connsiteX6" fmla="*/ 0 w 88508"/>
                  <a:gd name="connsiteY6" fmla="*/ 0 h 100794"/>
                  <a:gd name="connsiteX0" fmla="*/ 14630 w 88508"/>
                  <a:gd name="connsiteY0" fmla="*/ 0 h 100794"/>
                  <a:gd name="connsiteX1" fmla="*/ 44254 w 88508"/>
                  <a:gd name="connsiteY1" fmla="*/ 0 h 100794"/>
                  <a:gd name="connsiteX2" fmla="*/ 88508 w 88508"/>
                  <a:gd name="connsiteY2" fmla="*/ 50397 h 100794"/>
                  <a:gd name="connsiteX3" fmla="*/ 44254 w 88508"/>
                  <a:gd name="connsiteY3" fmla="*/ 100794 h 100794"/>
                  <a:gd name="connsiteX4" fmla="*/ 0 w 88508"/>
                  <a:gd name="connsiteY4" fmla="*/ 100794 h 100794"/>
                  <a:gd name="connsiteX5" fmla="*/ 44254 w 88508"/>
                  <a:gd name="connsiteY5" fmla="*/ 50397 h 100794"/>
                  <a:gd name="connsiteX6" fmla="*/ 14630 w 88508"/>
                  <a:gd name="connsiteY6" fmla="*/ 0 h 100794"/>
                  <a:gd name="connsiteX0" fmla="*/ 14630 w 88508"/>
                  <a:gd name="connsiteY0" fmla="*/ 0 h 100794"/>
                  <a:gd name="connsiteX1" fmla="*/ 44254 w 88508"/>
                  <a:gd name="connsiteY1" fmla="*/ 0 h 100794"/>
                  <a:gd name="connsiteX2" fmla="*/ 88508 w 88508"/>
                  <a:gd name="connsiteY2" fmla="*/ 50397 h 100794"/>
                  <a:gd name="connsiteX3" fmla="*/ 44254 w 88508"/>
                  <a:gd name="connsiteY3" fmla="*/ 100794 h 100794"/>
                  <a:gd name="connsiteX4" fmla="*/ 0 w 88508"/>
                  <a:gd name="connsiteY4" fmla="*/ 100794 h 100794"/>
                  <a:gd name="connsiteX5" fmla="*/ 66200 w 88508"/>
                  <a:gd name="connsiteY5" fmla="*/ 57712 h 100794"/>
                  <a:gd name="connsiteX6" fmla="*/ 14630 w 88508"/>
                  <a:gd name="connsiteY6" fmla="*/ 0 h 100794"/>
                  <a:gd name="connsiteX0" fmla="*/ 0 w 73878"/>
                  <a:gd name="connsiteY0" fmla="*/ 0 h 108109"/>
                  <a:gd name="connsiteX1" fmla="*/ 29624 w 73878"/>
                  <a:gd name="connsiteY1" fmla="*/ 0 h 108109"/>
                  <a:gd name="connsiteX2" fmla="*/ 73878 w 73878"/>
                  <a:gd name="connsiteY2" fmla="*/ 50397 h 108109"/>
                  <a:gd name="connsiteX3" fmla="*/ 29624 w 73878"/>
                  <a:gd name="connsiteY3" fmla="*/ 100794 h 108109"/>
                  <a:gd name="connsiteX4" fmla="*/ 7315 w 73878"/>
                  <a:gd name="connsiteY4" fmla="*/ 108109 h 108109"/>
                  <a:gd name="connsiteX5" fmla="*/ 51570 w 73878"/>
                  <a:gd name="connsiteY5" fmla="*/ 57712 h 108109"/>
                  <a:gd name="connsiteX6" fmla="*/ 0 w 73878"/>
                  <a:gd name="connsiteY6" fmla="*/ 0 h 108109"/>
                  <a:gd name="connsiteX0" fmla="*/ 3655 w 77533"/>
                  <a:gd name="connsiteY0" fmla="*/ 0 h 100794"/>
                  <a:gd name="connsiteX1" fmla="*/ 33279 w 77533"/>
                  <a:gd name="connsiteY1" fmla="*/ 0 h 100794"/>
                  <a:gd name="connsiteX2" fmla="*/ 77533 w 77533"/>
                  <a:gd name="connsiteY2" fmla="*/ 50397 h 100794"/>
                  <a:gd name="connsiteX3" fmla="*/ 33279 w 77533"/>
                  <a:gd name="connsiteY3" fmla="*/ 100794 h 100794"/>
                  <a:gd name="connsiteX4" fmla="*/ 0 w 77533"/>
                  <a:gd name="connsiteY4" fmla="*/ 97136 h 100794"/>
                  <a:gd name="connsiteX5" fmla="*/ 55225 w 77533"/>
                  <a:gd name="connsiteY5" fmla="*/ 57712 h 100794"/>
                  <a:gd name="connsiteX6" fmla="*/ 3655 w 77533"/>
                  <a:gd name="connsiteY6" fmla="*/ 0 h 100794"/>
                  <a:gd name="connsiteX0" fmla="*/ 3655 w 77533"/>
                  <a:gd name="connsiteY0" fmla="*/ 0 h 100794"/>
                  <a:gd name="connsiteX1" fmla="*/ 33279 w 77533"/>
                  <a:gd name="connsiteY1" fmla="*/ 0 h 100794"/>
                  <a:gd name="connsiteX2" fmla="*/ 77533 w 77533"/>
                  <a:gd name="connsiteY2" fmla="*/ 50397 h 100794"/>
                  <a:gd name="connsiteX3" fmla="*/ 33279 w 77533"/>
                  <a:gd name="connsiteY3" fmla="*/ 100794 h 100794"/>
                  <a:gd name="connsiteX4" fmla="*/ 0 w 77533"/>
                  <a:gd name="connsiteY4" fmla="*/ 97136 h 100794"/>
                  <a:gd name="connsiteX5" fmla="*/ 51570 w 77533"/>
                  <a:gd name="connsiteY5" fmla="*/ 46739 h 100794"/>
                  <a:gd name="connsiteX6" fmla="*/ 3655 w 77533"/>
                  <a:gd name="connsiteY6" fmla="*/ 0 h 100794"/>
                  <a:gd name="connsiteX0" fmla="*/ 3655 w 77533"/>
                  <a:gd name="connsiteY0" fmla="*/ 0 h 100794"/>
                  <a:gd name="connsiteX1" fmla="*/ 33279 w 77533"/>
                  <a:gd name="connsiteY1" fmla="*/ 0 h 100794"/>
                  <a:gd name="connsiteX2" fmla="*/ 77533 w 77533"/>
                  <a:gd name="connsiteY2" fmla="*/ 50397 h 100794"/>
                  <a:gd name="connsiteX3" fmla="*/ 33279 w 77533"/>
                  <a:gd name="connsiteY3" fmla="*/ 100794 h 100794"/>
                  <a:gd name="connsiteX4" fmla="*/ 0 w 77533"/>
                  <a:gd name="connsiteY4" fmla="*/ 97136 h 100794"/>
                  <a:gd name="connsiteX5" fmla="*/ 58716 w 77533"/>
                  <a:gd name="connsiteY5" fmla="*/ 49120 h 100794"/>
                  <a:gd name="connsiteX6" fmla="*/ 3655 w 77533"/>
                  <a:gd name="connsiteY6" fmla="*/ 0 h 100794"/>
                  <a:gd name="connsiteX0" fmla="*/ 0 w 73878"/>
                  <a:gd name="connsiteY0" fmla="*/ 0 h 104280"/>
                  <a:gd name="connsiteX1" fmla="*/ 29624 w 73878"/>
                  <a:gd name="connsiteY1" fmla="*/ 0 h 104280"/>
                  <a:gd name="connsiteX2" fmla="*/ 73878 w 73878"/>
                  <a:gd name="connsiteY2" fmla="*/ 50397 h 104280"/>
                  <a:gd name="connsiteX3" fmla="*/ 29624 w 73878"/>
                  <a:gd name="connsiteY3" fmla="*/ 100794 h 104280"/>
                  <a:gd name="connsiteX4" fmla="*/ 13016 w 73878"/>
                  <a:gd name="connsiteY4" fmla="*/ 104280 h 104280"/>
                  <a:gd name="connsiteX5" fmla="*/ 55061 w 73878"/>
                  <a:gd name="connsiteY5" fmla="*/ 49120 h 104280"/>
                  <a:gd name="connsiteX6" fmla="*/ 0 w 73878"/>
                  <a:gd name="connsiteY6" fmla="*/ 0 h 104280"/>
                  <a:gd name="connsiteX0" fmla="*/ 1272 w 60862"/>
                  <a:gd name="connsiteY0" fmla="*/ 2381 h 104280"/>
                  <a:gd name="connsiteX1" fmla="*/ 16608 w 60862"/>
                  <a:gd name="connsiteY1" fmla="*/ 0 h 104280"/>
                  <a:gd name="connsiteX2" fmla="*/ 60862 w 60862"/>
                  <a:gd name="connsiteY2" fmla="*/ 50397 h 104280"/>
                  <a:gd name="connsiteX3" fmla="*/ 16608 w 60862"/>
                  <a:gd name="connsiteY3" fmla="*/ 100794 h 104280"/>
                  <a:gd name="connsiteX4" fmla="*/ 0 w 60862"/>
                  <a:gd name="connsiteY4" fmla="*/ 104280 h 104280"/>
                  <a:gd name="connsiteX5" fmla="*/ 42045 w 60862"/>
                  <a:gd name="connsiteY5" fmla="*/ 49120 h 104280"/>
                  <a:gd name="connsiteX6" fmla="*/ 1272 w 60862"/>
                  <a:gd name="connsiteY6" fmla="*/ 2381 h 104280"/>
                  <a:gd name="connsiteX0" fmla="*/ 1272 w 60862"/>
                  <a:gd name="connsiteY0" fmla="*/ 2381 h 100794"/>
                  <a:gd name="connsiteX1" fmla="*/ 16608 w 60862"/>
                  <a:gd name="connsiteY1" fmla="*/ 0 h 100794"/>
                  <a:gd name="connsiteX2" fmla="*/ 60862 w 60862"/>
                  <a:gd name="connsiteY2" fmla="*/ 50397 h 100794"/>
                  <a:gd name="connsiteX3" fmla="*/ 16608 w 60862"/>
                  <a:gd name="connsiteY3" fmla="*/ 100794 h 100794"/>
                  <a:gd name="connsiteX4" fmla="*/ 0 w 60862"/>
                  <a:gd name="connsiteY4" fmla="*/ 94755 h 100794"/>
                  <a:gd name="connsiteX5" fmla="*/ 42045 w 60862"/>
                  <a:gd name="connsiteY5" fmla="*/ 49120 h 100794"/>
                  <a:gd name="connsiteX6" fmla="*/ 1272 w 60862"/>
                  <a:gd name="connsiteY6" fmla="*/ 2381 h 100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862" h="100794">
                    <a:moveTo>
                      <a:pt x="1272" y="2381"/>
                    </a:moveTo>
                    <a:lnTo>
                      <a:pt x="16608" y="0"/>
                    </a:lnTo>
                    <a:lnTo>
                      <a:pt x="60862" y="50397"/>
                    </a:lnTo>
                    <a:lnTo>
                      <a:pt x="16608" y="100794"/>
                    </a:lnTo>
                    <a:lnTo>
                      <a:pt x="0" y="94755"/>
                    </a:lnTo>
                    <a:lnTo>
                      <a:pt x="42045" y="49120"/>
                    </a:lnTo>
                    <a:lnTo>
                      <a:pt x="1272" y="2381"/>
                    </a:lnTo>
                    <a:close/>
                  </a:path>
                </a:pathLst>
              </a:custGeom>
              <a:solidFill>
                <a:srgbClr val="585858">
                  <a:lumMod val="50000"/>
                </a:srgbClr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vert="horz" wrap="square" lIns="91436" tIns="45718" rIns="91436" bIns="45718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099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2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"/>
                  <a:ea typeface="+mn-ea"/>
                  <a:cs typeface="+mn-cs"/>
                </a:endParaRPr>
              </a:p>
            </p:txBody>
          </p:sp>
        </p:grpSp>
        <p:grpSp>
          <p:nvGrpSpPr>
            <p:cNvPr id="56" name="Group 55"/>
            <p:cNvGrpSpPr/>
            <p:nvPr/>
          </p:nvGrpSpPr>
          <p:grpSpPr>
            <a:xfrm>
              <a:off x="2050537" y="6516573"/>
              <a:ext cx="767275" cy="320480"/>
              <a:chOff x="507870" y="3725859"/>
              <a:chExt cx="767275" cy="320480"/>
            </a:xfrm>
          </p:grpSpPr>
          <p:sp>
            <p:nvSpPr>
              <p:cNvPr id="60" name="Content2"/>
              <p:cNvSpPr/>
              <p:nvPr/>
            </p:nvSpPr>
            <p:spPr bwMode="auto">
              <a:xfrm>
                <a:off x="507870" y="3725859"/>
                <a:ext cx="767275" cy="320480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CFCFCF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vert="horz" wrap="square" lIns="91436" tIns="45718" rIns="91436" bIns="45718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099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32323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Segoe UI" pitchFamily="34" charset="0"/>
                  </a:rPr>
                  <a:t>13</a:t>
                </a:r>
              </a:p>
            </p:txBody>
          </p:sp>
          <p:sp>
            <p:nvSpPr>
              <p:cNvPr id="61" name="DownArrow2"/>
              <p:cNvSpPr/>
              <p:nvPr/>
            </p:nvSpPr>
            <p:spPr bwMode="auto">
              <a:xfrm rot="5400000">
                <a:off x="1093995" y="3844761"/>
                <a:ext cx="60862" cy="76200"/>
              </a:xfrm>
              <a:custGeom>
                <a:avLst/>
                <a:gdLst>
                  <a:gd name="connsiteX0" fmla="*/ 0 w 88508"/>
                  <a:gd name="connsiteY0" fmla="*/ 0 h 100794"/>
                  <a:gd name="connsiteX1" fmla="*/ 44254 w 88508"/>
                  <a:gd name="connsiteY1" fmla="*/ 0 h 100794"/>
                  <a:gd name="connsiteX2" fmla="*/ 88508 w 88508"/>
                  <a:gd name="connsiteY2" fmla="*/ 50397 h 100794"/>
                  <a:gd name="connsiteX3" fmla="*/ 44254 w 88508"/>
                  <a:gd name="connsiteY3" fmla="*/ 100794 h 100794"/>
                  <a:gd name="connsiteX4" fmla="*/ 0 w 88508"/>
                  <a:gd name="connsiteY4" fmla="*/ 100794 h 100794"/>
                  <a:gd name="connsiteX5" fmla="*/ 44254 w 88508"/>
                  <a:gd name="connsiteY5" fmla="*/ 50397 h 100794"/>
                  <a:gd name="connsiteX6" fmla="*/ 0 w 88508"/>
                  <a:gd name="connsiteY6" fmla="*/ 0 h 100794"/>
                  <a:gd name="connsiteX0" fmla="*/ 14630 w 88508"/>
                  <a:gd name="connsiteY0" fmla="*/ 0 h 100794"/>
                  <a:gd name="connsiteX1" fmla="*/ 44254 w 88508"/>
                  <a:gd name="connsiteY1" fmla="*/ 0 h 100794"/>
                  <a:gd name="connsiteX2" fmla="*/ 88508 w 88508"/>
                  <a:gd name="connsiteY2" fmla="*/ 50397 h 100794"/>
                  <a:gd name="connsiteX3" fmla="*/ 44254 w 88508"/>
                  <a:gd name="connsiteY3" fmla="*/ 100794 h 100794"/>
                  <a:gd name="connsiteX4" fmla="*/ 0 w 88508"/>
                  <a:gd name="connsiteY4" fmla="*/ 100794 h 100794"/>
                  <a:gd name="connsiteX5" fmla="*/ 44254 w 88508"/>
                  <a:gd name="connsiteY5" fmla="*/ 50397 h 100794"/>
                  <a:gd name="connsiteX6" fmla="*/ 14630 w 88508"/>
                  <a:gd name="connsiteY6" fmla="*/ 0 h 100794"/>
                  <a:gd name="connsiteX0" fmla="*/ 14630 w 88508"/>
                  <a:gd name="connsiteY0" fmla="*/ 0 h 100794"/>
                  <a:gd name="connsiteX1" fmla="*/ 44254 w 88508"/>
                  <a:gd name="connsiteY1" fmla="*/ 0 h 100794"/>
                  <a:gd name="connsiteX2" fmla="*/ 88508 w 88508"/>
                  <a:gd name="connsiteY2" fmla="*/ 50397 h 100794"/>
                  <a:gd name="connsiteX3" fmla="*/ 44254 w 88508"/>
                  <a:gd name="connsiteY3" fmla="*/ 100794 h 100794"/>
                  <a:gd name="connsiteX4" fmla="*/ 0 w 88508"/>
                  <a:gd name="connsiteY4" fmla="*/ 100794 h 100794"/>
                  <a:gd name="connsiteX5" fmla="*/ 66200 w 88508"/>
                  <a:gd name="connsiteY5" fmla="*/ 57712 h 100794"/>
                  <a:gd name="connsiteX6" fmla="*/ 14630 w 88508"/>
                  <a:gd name="connsiteY6" fmla="*/ 0 h 100794"/>
                  <a:gd name="connsiteX0" fmla="*/ 0 w 73878"/>
                  <a:gd name="connsiteY0" fmla="*/ 0 h 108109"/>
                  <a:gd name="connsiteX1" fmla="*/ 29624 w 73878"/>
                  <a:gd name="connsiteY1" fmla="*/ 0 h 108109"/>
                  <a:gd name="connsiteX2" fmla="*/ 73878 w 73878"/>
                  <a:gd name="connsiteY2" fmla="*/ 50397 h 108109"/>
                  <a:gd name="connsiteX3" fmla="*/ 29624 w 73878"/>
                  <a:gd name="connsiteY3" fmla="*/ 100794 h 108109"/>
                  <a:gd name="connsiteX4" fmla="*/ 7315 w 73878"/>
                  <a:gd name="connsiteY4" fmla="*/ 108109 h 108109"/>
                  <a:gd name="connsiteX5" fmla="*/ 51570 w 73878"/>
                  <a:gd name="connsiteY5" fmla="*/ 57712 h 108109"/>
                  <a:gd name="connsiteX6" fmla="*/ 0 w 73878"/>
                  <a:gd name="connsiteY6" fmla="*/ 0 h 108109"/>
                  <a:gd name="connsiteX0" fmla="*/ 3655 w 77533"/>
                  <a:gd name="connsiteY0" fmla="*/ 0 h 100794"/>
                  <a:gd name="connsiteX1" fmla="*/ 33279 w 77533"/>
                  <a:gd name="connsiteY1" fmla="*/ 0 h 100794"/>
                  <a:gd name="connsiteX2" fmla="*/ 77533 w 77533"/>
                  <a:gd name="connsiteY2" fmla="*/ 50397 h 100794"/>
                  <a:gd name="connsiteX3" fmla="*/ 33279 w 77533"/>
                  <a:gd name="connsiteY3" fmla="*/ 100794 h 100794"/>
                  <a:gd name="connsiteX4" fmla="*/ 0 w 77533"/>
                  <a:gd name="connsiteY4" fmla="*/ 97136 h 100794"/>
                  <a:gd name="connsiteX5" fmla="*/ 55225 w 77533"/>
                  <a:gd name="connsiteY5" fmla="*/ 57712 h 100794"/>
                  <a:gd name="connsiteX6" fmla="*/ 3655 w 77533"/>
                  <a:gd name="connsiteY6" fmla="*/ 0 h 100794"/>
                  <a:gd name="connsiteX0" fmla="*/ 3655 w 77533"/>
                  <a:gd name="connsiteY0" fmla="*/ 0 h 100794"/>
                  <a:gd name="connsiteX1" fmla="*/ 33279 w 77533"/>
                  <a:gd name="connsiteY1" fmla="*/ 0 h 100794"/>
                  <a:gd name="connsiteX2" fmla="*/ 77533 w 77533"/>
                  <a:gd name="connsiteY2" fmla="*/ 50397 h 100794"/>
                  <a:gd name="connsiteX3" fmla="*/ 33279 w 77533"/>
                  <a:gd name="connsiteY3" fmla="*/ 100794 h 100794"/>
                  <a:gd name="connsiteX4" fmla="*/ 0 w 77533"/>
                  <a:gd name="connsiteY4" fmla="*/ 97136 h 100794"/>
                  <a:gd name="connsiteX5" fmla="*/ 51570 w 77533"/>
                  <a:gd name="connsiteY5" fmla="*/ 46739 h 100794"/>
                  <a:gd name="connsiteX6" fmla="*/ 3655 w 77533"/>
                  <a:gd name="connsiteY6" fmla="*/ 0 h 100794"/>
                  <a:gd name="connsiteX0" fmla="*/ 3655 w 77533"/>
                  <a:gd name="connsiteY0" fmla="*/ 0 h 100794"/>
                  <a:gd name="connsiteX1" fmla="*/ 33279 w 77533"/>
                  <a:gd name="connsiteY1" fmla="*/ 0 h 100794"/>
                  <a:gd name="connsiteX2" fmla="*/ 77533 w 77533"/>
                  <a:gd name="connsiteY2" fmla="*/ 50397 h 100794"/>
                  <a:gd name="connsiteX3" fmla="*/ 33279 w 77533"/>
                  <a:gd name="connsiteY3" fmla="*/ 100794 h 100794"/>
                  <a:gd name="connsiteX4" fmla="*/ 0 w 77533"/>
                  <a:gd name="connsiteY4" fmla="*/ 97136 h 100794"/>
                  <a:gd name="connsiteX5" fmla="*/ 58716 w 77533"/>
                  <a:gd name="connsiteY5" fmla="*/ 49120 h 100794"/>
                  <a:gd name="connsiteX6" fmla="*/ 3655 w 77533"/>
                  <a:gd name="connsiteY6" fmla="*/ 0 h 100794"/>
                  <a:gd name="connsiteX0" fmla="*/ 0 w 73878"/>
                  <a:gd name="connsiteY0" fmla="*/ 0 h 104280"/>
                  <a:gd name="connsiteX1" fmla="*/ 29624 w 73878"/>
                  <a:gd name="connsiteY1" fmla="*/ 0 h 104280"/>
                  <a:gd name="connsiteX2" fmla="*/ 73878 w 73878"/>
                  <a:gd name="connsiteY2" fmla="*/ 50397 h 104280"/>
                  <a:gd name="connsiteX3" fmla="*/ 29624 w 73878"/>
                  <a:gd name="connsiteY3" fmla="*/ 100794 h 104280"/>
                  <a:gd name="connsiteX4" fmla="*/ 13016 w 73878"/>
                  <a:gd name="connsiteY4" fmla="*/ 104280 h 104280"/>
                  <a:gd name="connsiteX5" fmla="*/ 55061 w 73878"/>
                  <a:gd name="connsiteY5" fmla="*/ 49120 h 104280"/>
                  <a:gd name="connsiteX6" fmla="*/ 0 w 73878"/>
                  <a:gd name="connsiteY6" fmla="*/ 0 h 104280"/>
                  <a:gd name="connsiteX0" fmla="*/ 1272 w 60862"/>
                  <a:gd name="connsiteY0" fmla="*/ 2381 h 104280"/>
                  <a:gd name="connsiteX1" fmla="*/ 16608 w 60862"/>
                  <a:gd name="connsiteY1" fmla="*/ 0 h 104280"/>
                  <a:gd name="connsiteX2" fmla="*/ 60862 w 60862"/>
                  <a:gd name="connsiteY2" fmla="*/ 50397 h 104280"/>
                  <a:gd name="connsiteX3" fmla="*/ 16608 w 60862"/>
                  <a:gd name="connsiteY3" fmla="*/ 100794 h 104280"/>
                  <a:gd name="connsiteX4" fmla="*/ 0 w 60862"/>
                  <a:gd name="connsiteY4" fmla="*/ 104280 h 104280"/>
                  <a:gd name="connsiteX5" fmla="*/ 42045 w 60862"/>
                  <a:gd name="connsiteY5" fmla="*/ 49120 h 104280"/>
                  <a:gd name="connsiteX6" fmla="*/ 1272 w 60862"/>
                  <a:gd name="connsiteY6" fmla="*/ 2381 h 104280"/>
                  <a:gd name="connsiteX0" fmla="*/ 1272 w 60862"/>
                  <a:gd name="connsiteY0" fmla="*/ 2381 h 100794"/>
                  <a:gd name="connsiteX1" fmla="*/ 16608 w 60862"/>
                  <a:gd name="connsiteY1" fmla="*/ 0 h 100794"/>
                  <a:gd name="connsiteX2" fmla="*/ 60862 w 60862"/>
                  <a:gd name="connsiteY2" fmla="*/ 50397 h 100794"/>
                  <a:gd name="connsiteX3" fmla="*/ 16608 w 60862"/>
                  <a:gd name="connsiteY3" fmla="*/ 100794 h 100794"/>
                  <a:gd name="connsiteX4" fmla="*/ 0 w 60862"/>
                  <a:gd name="connsiteY4" fmla="*/ 94755 h 100794"/>
                  <a:gd name="connsiteX5" fmla="*/ 42045 w 60862"/>
                  <a:gd name="connsiteY5" fmla="*/ 49120 h 100794"/>
                  <a:gd name="connsiteX6" fmla="*/ 1272 w 60862"/>
                  <a:gd name="connsiteY6" fmla="*/ 2381 h 100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862" h="100794">
                    <a:moveTo>
                      <a:pt x="1272" y="2381"/>
                    </a:moveTo>
                    <a:lnTo>
                      <a:pt x="16608" y="0"/>
                    </a:lnTo>
                    <a:lnTo>
                      <a:pt x="60862" y="50397"/>
                    </a:lnTo>
                    <a:lnTo>
                      <a:pt x="16608" y="100794"/>
                    </a:lnTo>
                    <a:lnTo>
                      <a:pt x="0" y="94755"/>
                    </a:lnTo>
                    <a:lnTo>
                      <a:pt x="42045" y="49120"/>
                    </a:lnTo>
                    <a:lnTo>
                      <a:pt x="1272" y="2381"/>
                    </a:lnTo>
                    <a:close/>
                  </a:path>
                </a:pathLst>
              </a:custGeom>
              <a:solidFill>
                <a:srgbClr val="585858">
                  <a:lumMod val="50000"/>
                </a:srgbClr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vert="horz" wrap="square" lIns="91436" tIns="45718" rIns="91436" bIns="45718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099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2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"/>
                  <a:ea typeface="+mn-ea"/>
                  <a:cs typeface="+mn-cs"/>
                </a:endParaRPr>
              </a:p>
            </p:txBody>
          </p:sp>
        </p:grpSp>
        <p:grpSp>
          <p:nvGrpSpPr>
            <p:cNvPr id="57" name="Group 56"/>
            <p:cNvGrpSpPr/>
            <p:nvPr/>
          </p:nvGrpSpPr>
          <p:grpSpPr>
            <a:xfrm>
              <a:off x="2987295" y="6516573"/>
              <a:ext cx="821117" cy="320480"/>
              <a:chOff x="507870" y="3733699"/>
              <a:chExt cx="767275" cy="320480"/>
            </a:xfrm>
          </p:grpSpPr>
          <p:sp>
            <p:nvSpPr>
              <p:cNvPr id="58" name="Content3"/>
              <p:cNvSpPr/>
              <p:nvPr/>
            </p:nvSpPr>
            <p:spPr bwMode="auto">
              <a:xfrm>
                <a:off x="507870" y="3733699"/>
                <a:ext cx="767275" cy="320480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CFCFCF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vert="horz" wrap="square" lIns="91436" tIns="45718" rIns="91436" bIns="45718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099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32323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Segoe UI" pitchFamily="34" charset="0"/>
                  </a:rPr>
                  <a:t>2011</a:t>
                </a:r>
              </a:p>
            </p:txBody>
          </p:sp>
          <p:sp>
            <p:nvSpPr>
              <p:cNvPr id="59" name="DownArrow3"/>
              <p:cNvSpPr/>
              <p:nvPr/>
            </p:nvSpPr>
            <p:spPr bwMode="auto">
              <a:xfrm rot="5400000">
                <a:off x="1129597" y="3844761"/>
                <a:ext cx="60862" cy="76200"/>
              </a:xfrm>
              <a:custGeom>
                <a:avLst/>
                <a:gdLst>
                  <a:gd name="connsiteX0" fmla="*/ 0 w 88508"/>
                  <a:gd name="connsiteY0" fmla="*/ 0 h 100794"/>
                  <a:gd name="connsiteX1" fmla="*/ 44254 w 88508"/>
                  <a:gd name="connsiteY1" fmla="*/ 0 h 100794"/>
                  <a:gd name="connsiteX2" fmla="*/ 88508 w 88508"/>
                  <a:gd name="connsiteY2" fmla="*/ 50397 h 100794"/>
                  <a:gd name="connsiteX3" fmla="*/ 44254 w 88508"/>
                  <a:gd name="connsiteY3" fmla="*/ 100794 h 100794"/>
                  <a:gd name="connsiteX4" fmla="*/ 0 w 88508"/>
                  <a:gd name="connsiteY4" fmla="*/ 100794 h 100794"/>
                  <a:gd name="connsiteX5" fmla="*/ 44254 w 88508"/>
                  <a:gd name="connsiteY5" fmla="*/ 50397 h 100794"/>
                  <a:gd name="connsiteX6" fmla="*/ 0 w 88508"/>
                  <a:gd name="connsiteY6" fmla="*/ 0 h 100794"/>
                  <a:gd name="connsiteX0" fmla="*/ 14630 w 88508"/>
                  <a:gd name="connsiteY0" fmla="*/ 0 h 100794"/>
                  <a:gd name="connsiteX1" fmla="*/ 44254 w 88508"/>
                  <a:gd name="connsiteY1" fmla="*/ 0 h 100794"/>
                  <a:gd name="connsiteX2" fmla="*/ 88508 w 88508"/>
                  <a:gd name="connsiteY2" fmla="*/ 50397 h 100794"/>
                  <a:gd name="connsiteX3" fmla="*/ 44254 w 88508"/>
                  <a:gd name="connsiteY3" fmla="*/ 100794 h 100794"/>
                  <a:gd name="connsiteX4" fmla="*/ 0 w 88508"/>
                  <a:gd name="connsiteY4" fmla="*/ 100794 h 100794"/>
                  <a:gd name="connsiteX5" fmla="*/ 44254 w 88508"/>
                  <a:gd name="connsiteY5" fmla="*/ 50397 h 100794"/>
                  <a:gd name="connsiteX6" fmla="*/ 14630 w 88508"/>
                  <a:gd name="connsiteY6" fmla="*/ 0 h 100794"/>
                  <a:gd name="connsiteX0" fmla="*/ 14630 w 88508"/>
                  <a:gd name="connsiteY0" fmla="*/ 0 h 100794"/>
                  <a:gd name="connsiteX1" fmla="*/ 44254 w 88508"/>
                  <a:gd name="connsiteY1" fmla="*/ 0 h 100794"/>
                  <a:gd name="connsiteX2" fmla="*/ 88508 w 88508"/>
                  <a:gd name="connsiteY2" fmla="*/ 50397 h 100794"/>
                  <a:gd name="connsiteX3" fmla="*/ 44254 w 88508"/>
                  <a:gd name="connsiteY3" fmla="*/ 100794 h 100794"/>
                  <a:gd name="connsiteX4" fmla="*/ 0 w 88508"/>
                  <a:gd name="connsiteY4" fmla="*/ 100794 h 100794"/>
                  <a:gd name="connsiteX5" fmla="*/ 66200 w 88508"/>
                  <a:gd name="connsiteY5" fmla="*/ 57712 h 100794"/>
                  <a:gd name="connsiteX6" fmla="*/ 14630 w 88508"/>
                  <a:gd name="connsiteY6" fmla="*/ 0 h 100794"/>
                  <a:gd name="connsiteX0" fmla="*/ 0 w 73878"/>
                  <a:gd name="connsiteY0" fmla="*/ 0 h 108109"/>
                  <a:gd name="connsiteX1" fmla="*/ 29624 w 73878"/>
                  <a:gd name="connsiteY1" fmla="*/ 0 h 108109"/>
                  <a:gd name="connsiteX2" fmla="*/ 73878 w 73878"/>
                  <a:gd name="connsiteY2" fmla="*/ 50397 h 108109"/>
                  <a:gd name="connsiteX3" fmla="*/ 29624 w 73878"/>
                  <a:gd name="connsiteY3" fmla="*/ 100794 h 108109"/>
                  <a:gd name="connsiteX4" fmla="*/ 7315 w 73878"/>
                  <a:gd name="connsiteY4" fmla="*/ 108109 h 108109"/>
                  <a:gd name="connsiteX5" fmla="*/ 51570 w 73878"/>
                  <a:gd name="connsiteY5" fmla="*/ 57712 h 108109"/>
                  <a:gd name="connsiteX6" fmla="*/ 0 w 73878"/>
                  <a:gd name="connsiteY6" fmla="*/ 0 h 108109"/>
                  <a:gd name="connsiteX0" fmla="*/ 3655 w 77533"/>
                  <a:gd name="connsiteY0" fmla="*/ 0 h 100794"/>
                  <a:gd name="connsiteX1" fmla="*/ 33279 w 77533"/>
                  <a:gd name="connsiteY1" fmla="*/ 0 h 100794"/>
                  <a:gd name="connsiteX2" fmla="*/ 77533 w 77533"/>
                  <a:gd name="connsiteY2" fmla="*/ 50397 h 100794"/>
                  <a:gd name="connsiteX3" fmla="*/ 33279 w 77533"/>
                  <a:gd name="connsiteY3" fmla="*/ 100794 h 100794"/>
                  <a:gd name="connsiteX4" fmla="*/ 0 w 77533"/>
                  <a:gd name="connsiteY4" fmla="*/ 97136 h 100794"/>
                  <a:gd name="connsiteX5" fmla="*/ 55225 w 77533"/>
                  <a:gd name="connsiteY5" fmla="*/ 57712 h 100794"/>
                  <a:gd name="connsiteX6" fmla="*/ 3655 w 77533"/>
                  <a:gd name="connsiteY6" fmla="*/ 0 h 100794"/>
                  <a:gd name="connsiteX0" fmla="*/ 3655 w 77533"/>
                  <a:gd name="connsiteY0" fmla="*/ 0 h 100794"/>
                  <a:gd name="connsiteX1" fmla="*/ 33279 w 77533"/>
                  <a:gd name="connsiteY1" fmla="*/ 0 h 100794"/>
                  <a:gd name="connsiteX2" fmla="*/ 77533 w 77533"/>
                  <a:gd name="connsiteY2" fmla="*/ 50397 h 100794"/>
                  <a:gd name="connsiteX3" fmla="*/ 33279 w 77533"/>
                  <a:gd name="connsiteY3" fmla="*/ 100794 h 100794"/>
                  <a:gd name="connsiteX4" fmla="*/ 0 w 77533"/>
                  <a:gd name="connsiteY4" fmla="*/ 97136 h 100794"/>
                  <a:gd name="connsiteX5" fmla="*/ 51570 w 77533"/>
                  <a:gd name="connsiteY5" fmla="*/ 46739 h 100794"/>
                  <a:gd name="connsiteX6" fmla="*/ 3655 w 77533"/>
                  <a:gd name="connsiteY6" fmla="*/ 0 h 100794"/>
                  <a:gd name="connsiteX0" fmla="*/ 3655 w 77533"/>
                  <a:gd name="connsiteY0" fmla="*/ 0 h 100794"/>
                  <a:gd name="connsiteX1" fmla="*/ 33279 w 77533"/>
                  <a:gd name="connsiteY1" fmla="*/ 0 h 100794"/>
                  <a:gd name="connsiteX2" fmla="*/ 77533 w 77533"/>
                  <a:gd name="connsiteY2" fmla="*/ 50397 h 100794"/>
                  <a:gd name="connsiteX3" fmla="*/ 33279 w 77533"/>
                  <a:gd name="connsiteY3" fmla="*/ 100794 h 100794"/>
                  <a:gd name="connsiteX4" fmla="*/ 0 w 77533"/>
                  <a:gd name="connsiteY4" fmla="*/ 97136 h 100794"/>
                  <a:gd name="connsiteX5" fmla="*/ 58716 w 77533"/>
                  <a:gd name="connsiteY5" fmla="*/ 49120 h 100794"/>
                  <a:gd name="connsiteX6" fmla="*/ 3655 w 77533"/>
                  <a:gd name="connsiteY6" fmla="*/ 0 h 100794"/>
                  <a:gd name="connsiteX0" fmla="*/ 0 w 73878"/>
                  <a:gd name="connsiteY0" fmla="*/ 0 h 104280"/>
                  <a:gd name="connsiteX1" fmla="*/ 29624 w 73878"/>
                  <a:gd name="connsiteY1" fmla="*/ 0 h 104280"/>
                  <a:gd name="connsiteX2" fmla="*/ 73878 w 73878"/>
                  <a:gd name="connsiteY2" fmla="*/ 50397 h 104280"/>
                  <a:gd name="connsiteX3" fmla="*/ 29624 w 73878"/>
                  <a:gd name="connsiteY3" fmla="*/ 100794 h 104280"/>
                  <a:gd name="connsiteX4" fmla="*/ 13016 w 73878"/>
                  <a:gd name="connsiteY4" fmla="*/ 104280 h 104280"/>
                  <a:gd name="connsiteX5" fmla="*/ 55061 w 73878"/>
                  <a:gd name="connsiteY5" fmla="*/ 49120 h 104280"/>
                  <a:gd name="connsiteX6" fmla="*/ 0 w 73878"/>
                  <a:gd name="connsiteY6" fmla="*/ 0 h 104280"/>
                  <a:gd name="connsiteX0" fmla="*/ 1272 w 60862"/>
                  <a:gd name="connsiteY0" fmla="*/ 2381 h 104280"/>
                  <a:gd name="connsiteX1" fmla="*/ 16608 w 60862"/>
                  <a:gd name="connsiteY1" fmla="*/ 0 h 104280"/>
                  <a:gd name="connsiteX2" fmla="*/ 60862 w 60862"/>
                  <a:gd name="connsiteY2" fmla="*/ 50397 h 104280"/>
                  <a:gd name="connsiteX3" fmla="*/ 16608 w 60862"/>
                  <a:gd name="connsiteY3" fmla="*/ 100794 h 104280"/>
                  <a:gd name="connsiteX4" fmla="*/ 0 w 60862"/>
                  <a:gd name="connsiteY4" fmla="*/ 104280 h 104280"/>
                  <a:gd name="connsiteX5" fmla="*/ 42045 w 60862"/>
                  <a:gd name="connsiteY5" fmla="*/ 49120 h 104280"/>
                  <a:gd name="connsiteX6" fmla="*/ 1272 w 60862"/>
                  <a:gd name="connsiteY6" fmla="*/ 2381 h 104280"/>
                  <a:gd name="connsiteX0" fmla="*/ 1272 w 60862"/>
                  <a:gd name="connsiteY0" fmla="*/ 2381 h 100794"/>
                  <a:gd name="connsiteX1" fmla="*/ 16608 w 60862"/>
                  <a:gd name="connsiteY1" fmla="*/ 0 h 100794"/>
                  <a:gd name="connsiteX2" fmla="*/ 60862 w 60862"/>
                  <a:gd name="connsiteY2" fmla="*/ 50397 h 100794"/>
                  <a:gd name="connsiteX3" fmla="*/ 16608 w 60862"/>
                  <a:gd name="connsiteY3" fmla="*/ 100794 h 100794"/>
                  <a:gd name="connsiteX4" fmla="*/ 0 w 60862"/>
                  <a:gd name="connsiteY4" fmla="*/ 94755 h 100794"/>
                  <a:gd name="connsiteX5" fmla="*/ 42045 w 60862"/>
                  <a:gd name="connsiteY5" fmla="*/ 49120 h 100794"/>
                  <a:gd name="connsiteX6" fmla="*/ 1272 w 60862"/>
                  <a:gd name="connsiteY6" fmla="*/ 2381 h 100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862" h="100794">
                    <a:moveTo>
                      <a:pt x="1272" y="2381"/>
                    </a:moveTo>
                    <a:lnTo>
                      <a:pt x="16608" y="0"/>
                    </a:lnTo>
                    <a:lnTo>
                      <a:pt x="60862" y="50397"/>
                    </a:lnTo>
                    <a:lnTo>
                      <a:pt x="16608" y="100794"/>
                    </a:lnTo>
                    <a:lnTo>
                      <a:pt x="0" y="94755"/>
                    </a:lnTo>
                    <a:lnTo>
                      <a:pt x="42045" y="49120"/>
                    </a:lnTo>
                    <a:lnTo>
                      <a:pt x="1272" y="2381"/>
                    </a:lnTo>
                    <a:close/>
                  </a:path>
                </a:pathLst>
              </a:custGeom>
              <a:solidFill>
                <a:srgbClr val="585858">
                  <a:lumMod val="50000"/>
                </a:srgbClr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vert="horz" wrap="square" lIns="91436" tIns="45718" rIns="91436" bIns="45718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099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2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"/>
                  <a:ea typeface="+mn-ea"/>
                  <a:cs typeface="+mn-cs"/>
                </a:endParaRPr>
              </a:p>
            </p:txBody>
          </p:sp>
        </p:grpSp>
      </p:grpSp>
      <p:sp>
        <p:nvSpPr>
          <p:cNvPr id="64" name="Content"/>
          <p:cNvSpPr txBox="1"/>
          <p:nvPr>
            <p:custDataLst>
              <p:custData r:id="rId17"/>
            </p:custDataLst>
          </p:nvPr>
        </p:nvSpPr>
        <p:spPr>
          <a:xfrm>
            <a:off x="2258809" y="2656763"/>
            <a:ext cx="660309" cy="230832"/>
          </a:xfrm>
          <a:prstGeom prst="rect">
            <a:avLst/>
          </a:prstGeom>
          <a:noFill/>
        </p:spPr>
        <p:txBody>
          <a:bodyPr wrap="none" lIns="91440" tIns="18288" rIns="91440" bIns="27432" rtlCol="0" anchor="ctr" anchorCtr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Where:</a:t>
            </a:r>
          </a:p>
        </p:txBody>
      </p:sp>
      <p:grpSp>
        <p:nvGrpSpPr>
          <p:cNvPr id="65" name="Group 64"/>
          <p:cNvGrpSpPr/>
          <p:nvPr>
            <p:custDataLst>
              <p:custData r:id="rId18"/>
              <p:custData r:id="rId19"/>
            </p:custDataLst>
          </p:nvPr>
        </p:nvGrpSpPr>
        <p:grpSpPr>
          <a:xfrm>
            <a:off x="2893102" y="2614520"/>
            <a:ext cx="3155541" cy="320480"/>
            <a:chOff x="493350" y="3722621"/>
            <a:chExt cx="1284649" cy="320480"/>
          </a:xfrm>
        </p:grpSpPr>
        <p:sp>
          <p:nvSpPr>
            <p:cNvPr id="66" name="Content"/>
            <p:cNvSpPr>
              <a:spLocks/>
            </p:cNvSpPr>
            <p:nvPr/>
          </p:nvSpPr>
          <p:spPr bwMode="auto">
            <a:xfrm>
              <a:off x="493350" y="3722621"/>
              <a:ext cx="1284649" cy="320480"/>
            </a:xfrm>
            <a:prstGeom prst="rect">
              <a:avLst/>
            </a:prstGeom>
            <a:solidFill>
              <a:srgbClr val="FFFFFF"/>
            </a:solidFill>
            <a:ln w="22225" cap="flat" cmpd="sng" algn="ctr">
              <a:solidFill>
                <a:srgbClr val="232323">
                  <a:lumMod val="90000"/>
                  <a:lumOff val="1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vert="horz" wrap="square" lIns="91436" tIns="45718" rIns="91436" bIns="4571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914099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Segoe"/>
                  <a:ea typeface="+mn-ea"/>
                  <a:cs typeface="+mn-cs"/>
                </a:rPr>
                <a:t>EmeraldFL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232323"/>
                </a:solidFill>
                <a:effectLst/>
                <a:uLnTx/>
                <a:uFillTx/>
                <a:latin typeface="Segoe"/>
                <a:ea typeface="+mn-ea"/>
                <a:cs typeface="+mn-cs"/>
              </a:endParaRPr>
            </a:p>
          </p:txBody>
        </p:sp>
        <p:sp>
          <p:nvSpPr>
            <p:cNvPr id="67" name="DownArrow"/>
            <p:cNvSpPr>
              <a:spLocks/>
            </p:cNvSpPr>
            <p:nvPr/>
          </p:nvSpPr>
          <p:spPr bwMode="auto">
            <a:xfrm rot="5400000">
              <a:off x="1691018" y="3860192"/>
              <a:ext cx="60862" cy="31022"/>
            </a:xfrm>
            <a:custGeom>
              <a:avLst/>
              <a:gdLst>
                <a:gd name="connsiteX0" fmla="*/ 0 w 88508"/>
                <a:gd name="connsiteY0" fmla="*/ 0 h 100794"/>
                <a:gd name="connsiteX1" fmla="*/ 44254 w 88508"/>
                <a:gd name="connsiteY1" fmla="*/ 0 h 100794"/>
                <a:gd name="connsiteX2" fmla="*/ 88508 w 88508"/>
                <a:gd name="connsiteY2" fmla="*/ 50397 h 100794"/>
                <a:gd name="connsiteX3" fmla="*/ 44254 w 88508"/>
                <a:gd name="connsiteY3" fmla="*/ 100794 h 100794"/>
                <a:gd name="connsiteX4" fmla="*/ 0 w 88508"/>
                <a:gd name="connsiteY4" fmla="*/ 100794 h 100794"/>
                <a:gd name="connsiteX5" fmla="*/ 44254 w 88508"/>
                <a:gd name="connsiteY5" fmla="*/ 50397 h 100794"/>
                <a:gd name="connsiteX6" fmla="*/ 0 w 88508"/>
                <a:gd name="connsiteY6" fmla="*/ 0 h 100794"/>
                <a:gd name="connsiteX0" fmla="*/ 14630 w 88508"/>
                <a:gd name="connsiteY0" fmla="*/ 0 h 100794"/>
                <a:gd name="connsiteX1" fmla="*/ 44254 w 88508"/>
                <a:gd name="connsiteY1" fmla="*/ 0 h 100794"/>
                <a:gd name="connsiteX2" fmla="*/ 88508 w 88508"/>
                <a:gd name="connsiteY2" fmla="*/ 50397 h 100794"/>
                <a:gd name="connsiteX3" fmla="*/ 44254 w 88508"/>
                <a:gd name="connsiteY3" fmla="*/ 100794 h 100794"/>
                <a:gd name="connsiteX4" fmla="*/ 0 w 88508"/>
                <a:gd name="connsiteY4" fmla="*/ 100794 h 100794"/>
                <a:gd name="connsiteX5" fmla="*/ 44254 w 88508"/>
                <a:gd name="connsiteY5" fmla="*/ 50397 h 100794"/>
                <a:gd name="connsiteX6" fmla="*/ 14630 w 88508"/>
                <a:gd name="connsiteY6" fmla="*/ 0 h 100794"/>
                <a:gd name="connsiteX0" fmla="*/ 14630 w 88508"/>
                <a:gd name="connsiteY0" fmla="*/ 0 h 100794"/>
                <a:gd name="connsiteX1" fmla="*/ 44254 w 88508"/>
                <a:gd name="connsiteY1" fmla="*/ 0 h 100794"/>
                <a:gd name="connsiteX2" fmla="*/ 88508 w 88508"/>
                <a:gd name="connsiteY2" fmla="*/ 50397 h 100794"/>
                <a:gd name="connsiteX3" fmla="*/ 44254 w 88508"/>
                <a:gd name="connsiteY3" fmla="*/ 100794 h 100794"/>
                <a:gd name="connsiteX4" fmla="*/ 0 w 88508"/>
                <a:gd name="connsiteY4" fmla="*/ 100794 h 100794"/>
                <a:gd name="connsiteX5" fmla="*/ 66200 w 88508"/>
                <a:gd name="connsiteY5" fmla="*/ 57712 h 100794"/>
                <a:gd name="connsiteX6" fmla="*/ 14630 w 88508"/>
                <a:gd name="connsiteY6" fmla="*/ 0 h 100794"/>
                <a:gd name="connsiteX0" fmla="*/ 0 w 73878"/>
                <a:gd name="connsiteY0" fmla="*/ 0 h 108109"/>
                <a:gd name="connsiteX1" fmla="*/ 29624 w 73878"/>
                <a:gd name="connsiteY1" fmla="*/ 0 h 108109"/>
                <a:gd name="connsiteX2" fmla="*/ 73878 w 73878"/>
                <a:gd name="connsiteY2" fmla="*/ 50397 h 108109"/>
                <a:gd name="connsiteX3" fmla="*/ 29624 w 73878"/>
                <a:gd name="connsiteY3" fmla="*/ 100794 h 108109"/>
                <a:gd name="connsiteX4" fmla="*/ 7315 w 73878"/>
                <a:gd name="connsiteY4" fmla="*/ 108109 h 108109"/>
                <a:gd name="connsiteX5" fmla="*/ 51570 w 73878"/>
                <a:gd name="connsiteY5" fmla="*/ 57712 h 108109"/>
                <a:gd name="connsiteX6" fmla="*/ 0 w 73878"/>
                <a:gd name="connsiteY6" fmla="*/ 0 h 108109"/>
                <a:gd name="connsiteX0" fmla="*/ 3655 w 77533"/>
                <a:gd name="connsiteY0" fmla="*/ 0 h 100794"/>
                <a:gd name="connsiteX1" fmla="*/ 33279 w 77533"/>
                <a:gd name="connsiteY1" fmla="*/ 0 h 100794"/>
                <a:gd name="connsiteX2" fmla="*/ 77533 w 77533"/>
                <a:gd name="connsiteY2" fmla="*/ 50397 h 100794"/>
                <a:gd name="connsiteX3" fmla="*/ 33279 w 77533"/>
                <a:gd name="connsiteY3" fmla="*/ 100794 h 100794"/>
                <a:gd name="connsiteX4" fmla="*/ 0 w 77533"/>
                <a:gd name="connsiteY4" fmla="*/ 97136 h 100794"/>
                <a:gd name="connsiteX5" fmla="*/ 55225 w 77533"/>
                <a:gd name="connsiteY5" fmla="*/ 57712 h 100794"/>
                <a:gd name="connsiteX6" fmla="*/ 3655 w 77533"/>
                <a:gd name="connsiteY6" fmla="*/ 0 h 100794"/>
                <a:gd name="connsiteX0" fmla="*/ 3655 w 77533"/>
                <a:gd name="connsiteY0" fmla="*/ 0 h 100794"/>
                <a:gd name="connsiteX1" fmla="*/ 33279 w 77533"/>
                <a:gd name="connsiteY1" fmla="*/ 0 h 100794"/>
                <a:gd name="connsiteX2" fmla="*/ 77533 w 77533"/>
                <a:gd name="connsiteY2" fmla="*/ 50397 h 100794"/>
                <a:gd name="connsiteX3" fmla="*/ 33279 w 77533"/>
                <a:gd name="connsiteY3" fmla="*/ 100794 h 100794"/>
                <a:gd name="connsiteX4" fmla="*/ 0 w 77533"/>
                <a:gd name="connsiteY4" fmla="*/ 97136 h 100794"/>
                <a:gd name="connsiteX5" fmla="*/ 51570 w 77533"/>
                <a:gd name="connsiteY5" fmla="*/ 46739 h 100794"/>
                <a:gd name="connsiteX6" fmla="*/ 3655 w 77533"/>
                <a:gd name="connsiteY6" fmla="*/ 0 h 100794"/>
                <a:gd name="connsiteX0" fmla="*/ 3655 w 77533"/>
                <a:gd name="connsiteY0" fmla="*/ 0 h 100794"/>
                <a:gd name="connsiteX1" fmla="*/ 33279 w 77533"/>
                <a:gd name="connsiteY1" fmla="*/ 0 h 100794"/>
                <a:gd name="connsiteX2" fmla="*/ 77533 w 77533"/>
                <a:gd name="connsiteY2" fmla="*/ 50397 h 100794"/>
                <a:gd name="connsiteX3" fmla="*/ 33279 w 77533"/>
                <a:gd name="connsiteY3" fmla="*/ 100794 h 100794"/>
                <a:gd name="connsiteX4" fmla="*/ 0 w 77533"/>
                <a:gd name="connsiteY4" fmla="*/ 97136 h 100794"/>
                <a:gd name="connsiteX5" fmla="*/ 58716 w 77533"/>
                <a:gd name="connsiteY5" fmla="*/ 49120 h 100794"/>
                <a:gd name="connsiteX6" fmla="*/ 3655 w 77533"/>
                <a:gd name="connsiteY6" fmla="*/ 0 h 100794"/>
                <a:gd name="connsiteX0" fmla="*/ 0 w 73878"/>
                <a:gd name="connsiteY0" fmla="*/ 0 h 104280"/>
                <a:gd name="connsiteX1" fmla="*/ 29624 w 73878"/>
                <a:gd name="connsiteY1" fmla="*/ 0 h 104280"/>
                <a:gd name="connsiteX2" fmla="*/ 73878 w 73878"/>
                <a:gd name="connsiteY2" fmla="*/ 50397 h 104280"/>
                <a:gd name="connsiteX3" fmla="*/ 29624 w 73878"/>
                <a:gd name="connsiteY3" fmla="*/ 100794 h 104280"/>
                <a:gd name="connsiteX4" fmla="*/ 13016 w 73878"/>
                <a:gd name="connsiteY4" fmla="*/ 104280 h 104280"/>
                <a:gd name="connsiteX5" fmla="*/ 55061 w 73878"/>
                <a:gd name="connsiteY5" fmla="*/ 49120 h 104280"/>
                <a:gd name="connsiteX6" fmla="*/ 0 w 73878"/>
                <a:gd name="connsiteY6" fmla="*/ 0 h 104280"/>
                <a:gd name="connsiteX0" fmla="*/ 1272 w 60862"/>
                <a:gd name="connsiteY0" fmla="*/ 2381 h 104280"/>
                <a:gd name="connsiteX1" fmla="*/ 16608 w 60862"/>
                <a:gd name="connsiteY1" fmla="*/ 0 h 104280"/>
                <a:gd name="connsiteX2" fmla="*/ 60862 w 60862"/>
                <a:gd name="connsiteY2" fmla="*/ 50397 h 104280"/>
                <a:gd name="connsiteX3" fmla="*/ 16608 w 60862"/>
                <a:gd name="connsiteY3" fmla="*/ 100794 h 104280"/>
                <a:gd name="connsiteX4" fmla="*/ 0 w 60862"/>
                <a:gd name="connsiteY4" fmla="*/ 104280 h 104280"/>
                <a:gd name="connsiteX5" fmla="*/ 42045 w 60862"/>
                <a:gd name="connsiteY5" fmla="*/ 49120 h 104280"/>
                <a:gd name="connsiteX6" fmla="*/ 1272 w 60862"/>
                <a:gd name="connsiteY6" fmla="*/ 2381 h 104280"/>
                <a:gd name="connsiteX0" fmla="*/ 1272 w 60862"/>
                <a:gd name="connsiteY0" fmla="*/ 2381 h 100794"/>
                <a:gd name="connsiteX1" fmla="*/ 16608 w 60862"/>
                <a:gd name="connsiteY1" fmla="*/ 0 h 100794"/>
                <a:gd name="connsiteX2" fmla="*/ 60862 w 60862"/>
                <a:gd name="connsiteY2" fmla="*/ 50397 h 100794"/>
                <a:gd name="connsiteX3" fmla="*/ 16608 w 60862"/>
                <a:gd name="connsiteY3" fmla="*/ 100794 h 100794"/>
                <a:gd name="connsiteX4" fmla="*/ 0 w 60862"/>
                <a:gd name="connsiteY4" fmla="*/ 94755 h 100794"/>
                <a:gd name="connsiteX5" fmla="*/ 42045 w 60862"/>
                <a:gd name="connsiteY5" fmla="*/ 49120 h 100794"/>
                <a:gd name="connsiteX6" fmla="*/ 1272 w 60862"/>
                <a:gd name="connsiteY6" fmla="*/ 2381 h 100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862" h="100794">
                  <a:moveTo>
                    <a:pt x="1272" y="2381"/>
                  </a:moveTo>
                  <a:lnTo>
                    <a:pt x="16608" y="0"/>
                  </a:lnTo>
                  <a:lnTo>
                    <a:pt x="60862" y="50397"/>
                  </a:lnTo>
                  <a:lnTo>
                    <a:pt x="16608" y="100794"/>
                  </a:lnTo>
                  <a:lnTo>
                    <a:pt x="0" y="94755"/>
                  </a:lnTo>
                  <a:lnTo>
                    <a:pt x="42045" y="49120"/>
                  </a:lnTo>
                  <a:lnTo>
                    <a:pt x="1272" y="2381"/>
                  </a:lnTo>
                  <a:close/>
                </a:path>
              </a:pathLst>
            </a:custGeom>
            <a:solidFill>
              <a:srgbClr val="585858">
                <a:lumMod val="50000"/>
              </a:srgbClr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vert="horz" wrap="square" lIns="91436" tIns="45718" rIns="91436" bIns="4571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099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"/>
                <a:ea typeface="+mn-ea"/>
                <a:cs typeface="+mn-cs"/>
              </a:endParaRPr>
            </a:p>
          </p:txBody>
        </p:sp>
      </p:grpSp>
      <p:sp>
        <p:nvSpPr>
          <p:cNvPr id="68" name="Content"/>
          <p:cNvSpPr/>
          <p:nvPr>
            <p:custDataLst>
              <p:custData r:id="rId20"/>
            </p:custDataLst>
          </p:nvPr>
        </p:nvSpPr>
        <p:spPr>
          <a:xfrm>
            <a:off x="2873150" y="3028669"/>
            <a:ext cx="3175493" cy="294547"/>
          </a:xfrm>
          <a:prstGeom prst="rect">
            <a:avLst/>
          </a:prstGeom>
          <a:solidFill>
            <a:sysClr val="window" lastClr="FFFFFF"/>
          </a:solidFill>
          <a:ln w="3175">
            <a:solidFill>
              <a:srgbClr val="000000">
                <a:lumMod val="50000"/>
                <a:lumOff val="50000"/>
              </a:srgbClr>
            </a:solidFill>
          </a:ln>
          <a:effectLst/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wrap="none" lIns="45720" tIns="18288" rIns="45720" bIns="18288" rtlCol="0" anchor="ctr">
            <a:no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Segoe UI" pitchFamily="34" charset="0"/>
                <a:cs typeface="Segoe UI" pitchFamily="34" charset="0"/>
              </a:rPr>
              <a:t>In the back, beside the ramp</a:t>
            </a:r>
          </a:p>
        </p:txBody>
      </p:sp>
      <p:sp>
        <p:nvSpPr>
          <p:cNvPr id="69" name="Content"/>
          <p:cNvSpPr txBox="1"/>
          <p:nvPr>
            <p:custDataLst>
              <p:custData r:id="rId21"/>
            </p:custDataLst>
          </p:nvPr>
        </p:nvSpPr>
        <p:spPr>
          <a:xfrm>
            <a:off x="2295749" y="3060526"/>
            <a:ext cx="527260" cy="230832"/>
          </a:xfrm>
          <a:prstGeom prst="rect">
            <a:avLst/>
          </a:prstGeom>
          <a:noFill/>
        </p:spPr>
        <p:txBody>
          <a:bodyPr wrap="none" lIns="91440" tIns="18288" rIns="91440" bIns="27432" rtlCol="0" anchor="ctr" anchorCtr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Area:</a:t>
            </a:r>
          </a:p>
        </p:txBody>
      </p:sp>
      <p:sp>
        <p:nvSpPr>
          <p:cNvPr id="70" name="Content"/>
          <p:cNvSpPr/>
          <p:nvPr>
            <p:custDataLst>
              <p:custData r:id="rId22"/>
            </p:custDataLst>
          </p:nvPr>
        </p:nvSpPr>
        <p:spPr>
          <a:xfrm>
            <a:off x="2880512" y="3922513"/>
            <a:ext cx="8863130" cy="2211957"/>
          </a:xfrm>
          <a:prstGeom prst="rect">
            <a:avLst/>
          </a:prstGeom>
          <a:solidFill>
            <a:sysClr val="window" lastClr="FFFFFF"/>
          </a:solidFill>
          <a:ln w="3175">
            <a:solidFill>
              <a:srgbClr val="000000">
                <a:lumMod val="50000"/>
                <a:lumOff val="50000"/>
              </a:srgbClr>
            </a:solidFill>
          </a:ln>
          <a:effectLst/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wrap="none" lIns="45720" tIns="18288" rIns="45720" bIns="18288" rtlCol="0" anchor="t">
            <a:noAutofit/>
          </a:bodyPr>
          <a:lstStyle/>
          <a:p>
            <a:r>
              <a:rPr lang="en-US" sz="1200" dirty="0">
                <a:latin typeface="Segoe UI" pitchFamily="34" charset="0"/>
                <a:cs typeface="Segoe UI" pitchFamily="34" charset="0"/>
              </a:rPr>
              <a:t>Bob said that I couldn’t make the jump from the dock to the truck, but I knew that I could.  It turns out that bob was right.</a:t>
            </a:r>
            <a:endParaRPr lang="en-US" sz="1200" dirty="0">
              <a:solidFill>
                <a:srgbClr val="000000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71" name="Content"/>
          <p:cNvSpPr txBox="1"/>
          <p:nvPr>
            <p:custDataLst>
              <p:custData r:id="rId23"/>
            </p:custDataLst>
          </p:nvPr>
        </p:nvSpPr>
        <p:spPr>
          <a:xfrm>
            <a:off x="2303111" y="3886832"/>
            <a:ext cx="522900" cy="230832"/>
          </a:xfrm>
          <a:prstGeom prst="rect">
            <a:avLst/>
          </a:prstGeom>
          <a:noFill/>
        </p:spPr>
        <p:txBody>
          <a:bodyPr wrap="none" lIns="91440" tIns="18288" rIns="91440" bIns="27432" rtlCol="0" anchor="ctr" anchorCtr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Why: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6551720" y="1217320"/>
            <a:ext cx="45965" cy="25017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CheckBoxChecked"/>
          <p:cNvGrpSpPr/>
          <p:nvPr>
            <p:custDataLst>
              <p:custData r:id="rId24"/>
            </p:custDataLst>
          </p:nvPr>
        </p:nvGrpSpPr>
        <p:grpSpPr>
          <a:xfrm>
            <a:off x="6672919" y="1189509"/>
            <a:ext cx="1241561" cy="230832"/>
            <a:chOff x="4317072" y="3312427"/>
            <a:chExt cx="1241561" cy="230832"/>
          </a:xfrm>
        </p:grpSpPr>
        <p:grpSp>
          <p:nvGrpSpPr>
            <p:cNvPr id="73" name="Group 72"/>
            <p:cNvGrpSpPr/>
            <p:nvPr/>
          </p:nvGrpSpPr>
          <p:grpSpPr>
            <a:xfrm>
              <a:off x="4354457" y="3312427"/>
              <a:ext cx="1204176" cy="230832"/>
              <a:chOff x="5179844" y="2087451"/>
              <a:chExt cx="1128553" cy="216403"/>
            </a:xfrm>
          </p:grpSpPr>
          <p:sp>
            <p:nvSpPr>
              <p:cNvPr id="75" name="Content"/>
              <p:cNvSpPr txBox="1">
                <a:spLocks/>
              </p:cNvSpPr>
              <p:nvPr/>
            </p:nvSpPr>
            <p:spPr>
              <a:xfrm>
                <a:off x="5179844" y="2087451"/>
                <a:ext cx="1128553" cy="216403"/>
              </a:xfrm>
              <a:prstGeom prst="rect">
                <a:avLst/>
              </a:prstGeom>
              <a:noFill/>
            </p:spPr>
            <p:txBody>
              <a:bodyPr wrap="none" lIns="164592" tIns="18288" rIns="45720" bIns="27432" rtlCol="0" anchor="ctr" anchorCtr="0">
                <a:spAutoFit/>
              </a:bodyPr>
              <a:lstStyle/>
              <a:p>
                <a:r>
                  <a:rPr lang="en-US" sz="1200" dirty="0"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Freak Accident</a:t>
                </a:r>
              </a:p>
            </p:txBody>
          </p:sp>
          <p:sp>
            <p:nvSpPr>
              <p:cNvPr id="76" name="CheckBox"/>
              <p:cNvSpPr>
                <a:spLocks/>
              </p:cNvSpPr>
              <p:nvPr/>
            </p:nvSpPr>
            <p:spPr>
              <a:xfrm>
                <a:off x="5179844" y="2146837"/>
                <a:ext cx="100012" cy="97631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FFFFFF">
                    <a:lumMod val="65000"/>
                  </a:srgbClr>
                </a:solidFill>
              </a:ln>
              <a:effectLst>
                <a:innerShdw blurRad="63500">
                  <a:prstClr val="black">
                    <a:alpha val="17000"/>
                  </a:prstClr>
                </a:innerShdw>
              </a:effectLst>
            </p:spPr>
            <p:style>
              <a:lnRef idx="2">
                <a:srgbClr val="4F81BD">
                  <a:shade val="50000"/>
                </a:srgbClr>
              </a:lnRef>
              <a:fillRef idx="1">
                <a:srgbClr val="4F81BD"/>
              </a:fillRef>
              <a:effectRef idx="0">
                <a:srgbClr val="4F81BD"/>
              </a:effectRef>
              <a:fontRef idx="minor">
                <a:srgbClr val="000000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74" name="Check" descr="C:\Users\t-dantay\Documents\WPIcons\appbar.check.rest.png"/>
            <p:cNvPicPr>
              <a:picLocks noChangeAspect="1" noChangeArrowheads="1"/>
            </p:cNvPicPr>
            <p:nvPr/>
          </p:nvPicPr>
          <p:blipFill>
            <a:blip r:embed="rId4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7072" y="3336403"/>
              <a:ext cx="182880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8" name="CheckBoxChecked"/>
          <p:cNvGrpSpPr/>
          <p:nvPr>
            <p:custDataLst>
              <p:custData r:id="rId25"/>
            </p:custDataLst>
          </p:nvPr>
        </p:nvGrpSpPr>
        <p:grpSpPr>
          <a:xfrm>
            <a:off x="8186395" y="1189399"/>
            <a:ext cx="2169316" cy="230832"/>
            <a:chOff x="4317072" y="3312427"/>
            <a:chExt cx="2169316" cy="230832"/>
          </a:xfrm>
        </p:grpSpPr>
        <p:grpSp>
          <p:nvGrpSpPr>
            <p:cNvPr id="79" name="Group 78"/>
            <p:cNvGrpSpPr/>
            <p:nvPr/>
          </p:nvGrpSpPr>
          <p:grpSpPr>
            <a:xfrm>
              <a:off x="4354458" y="3312427"/>
              <a:ext cx="2131930" cy="230832"/>
              <a:chOff x="5179852" y="2087451"/>
              <a:chExt cx="1998047" cy="216403"/>
            </a:xfrm>
          </p:grpSpPr>
          <p:sp>
            <p:nvSpPr>
              <p:cNvPr id="81" name="Content"/>
              <p:cNvSpPr txBox="1">
                <a:spLocks/>
              </p:cNvSpPr>
              <p:nvPr/>
            </p:nvSpPr>
            <p:spPr>
              <a:xfrm>
                <a:off x="5179852" y="2087451"/>
                <a:ext cx="1998047" cy="216403"/>
              </a:xfrm>
              <a:prstGeom prst="rect">
                <a:avLst/>
              </a:prstGeom>
              <a:noFill/>
            </p:spPr>
            <p:txBody>
              <a:bodyPr wrap="none" lIns="164592" tIns="18288" rIns="45720" bIns="27432" rtlCol="0" anchor="ctr" anchorCtr="0">
                <a:spAutoFit/>
              </a:bodyPr>
              <a:lstStyle/>
              <a:p>
                <a:r>
                  <a:rPr lang="en-US" sz="1200" dirty="0"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Requires Procedure Change</a:t>
                </a:r>
              </a:p>
            </p:txBody>
          </p:sp>
          <p:sp>
            <p:nvSpPr>
              <p:cNvPr id="82" name="CheckBox"/>
              <p:cNvSpPr>
                <a:spLocks/>
              </p:cNvSpPr>
              <p:nvPr/>
            </p:nvSpPr>
            <p:spPr>
              <a:xfrm>
                <a:off x="5179852" y="2146837"/>
                <a:ext cx="100012" cy="97631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FFFFFF">
                    <a:lumMod val="65000"/>
                  </a:srgbClr>
                </a:solidFill>
              </a:ln>
              <a:effectLst>
                <a:innerShdw blurRad="63500">
                  <a:prstClr val="black">
                    <a:alpha val="17000"/>
                  </a:prstClr>
                </a:innerShdw>
              </a:effectLst>
            </p:spPr>
            <p:style>
              <a:lnRef idx="2">
                <a:srgbClr val="4F81BD">
                  <a:shade val="50000"/>
                </a:srgbClr>
              </a:lnRef>
              <a:fillRef idx="1">
                <a:srgbClr val="4F81BD"/>
              </a:fillRef>
              <a:effectRef idx="0">
                <a:srgbClr val="4F81BD"/>
              </a:effectRef>
              <a:fontRef idx="minor">
                <a:srgbClr val="000000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80" name="Check" descr="C:\Users\t-dantay\Documents\WPIcons\appbar.check.rest.png"/>
            <p:cNvPicPr>
              <a:picLocks noChangeAspect="1" noChangeArrowheads="1"/>
            </p:cNvPicPr>
            <p:nvPr/>
          </p:nvPicPr>
          <p:blipFill>
            <a:blip r:embed="rId4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7072" y="3336403"/>
              <a:ext cx="182880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3" name="CheckBoxChecked"/>
          <p:cNvGrpSpPr/>
          <p:nvPr>
            <p:custDataLst>
              <p:custData r:id="rId26"/>
            </p:custDataLst>
          </p:nvPr>
        </p:nvGrpSpPr>
        <p:grpSpPr>
          <a:xfrm>
            <a:off x="8191508" y="1441295"/>
            <a:ext cx="1713354" cy="230832"/>
            <a:chOff x="4317072" y="3312427"/>
            <a:chExt cx="1713354" cy="230832"/>
          </a:xfrm>
        </p:grpSpPr>
        <p:grpSp>
          <p:nvGrpSpPr>
            <p:cNvPr id="84" name="Group 83"/>
            <p:cNvGrpSpPr/>
            <p:nvPr/>
          </p:nvGrpSpPr>
          <p:grpSpPr>
            <a:xfrm>
              <a:off x="4354454" y="3312427"/>
              <a:ext cx="1675972" cy="230832"/>
              <a:chOff x="5179845" y="2087451"/>
              <a:chExt cx="1570722" cy="216403"/>
            </a:xfrm>
          </p:grpSpPr>
          <p:sp>
            <p:nvSpPr>
              <p:cNvPr id="86" name="Content"/>
              <p:cNvSpPr txBox="1">
                <a:spLocks/>
              </p:cNvSpPr>
              <p:nvPr/>
            </p:nvSpPr>
            <p:spPr>
              <a:xfrm>
                <a:off x="5179845" y="2087451"/>
                <a:ext cx="1570722" cy="216403"/>
              </a:xfrm>
              <a:prstGeom prst="rect">
                <a:avLst/>
              </a:prstGeom>
              <a:noFill/>
            </p:spPr>
            <p:txBody>
              <a:bodyPr wrap="none" lIns="164592" tIns="18288" rIns="45720" bIns="27432" rtlCol="0" anchor="ctr" anchorCtr="0">
                <a:spAutoFit/>
              </a:bodyPr>
              <a:lstStyle/>
              <a:p>
                <a:r>
                  <a:rPr lang="en-US" sz="1200" dirty="0"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Requires SOP Change</a:t>
                </a:r>
              </a:p>
            </p:txBody>
          </p:sp>
          <p:sp>
            <p:nvSpPr>
              <p:cNvPr id="87" name="CheckBox"/>
              <p:cNvSpPr>
                <a:spLocks/>
              </p:cNvSpPr>
              <p:nvPr/>
            </p:nvSpPr>
            <p:spPr>
              <a:xfrm>
                <a:off x="5179846" y="2146837"/>
                <a:ext cx="100012" cy="97631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FFFFFF">
                    <a:lumMod val="65000"/>
                  </a:srgbClr>
                </a:solidFill>
              </a:ln>
              <a:effectLst>
                <a:innerShdw blurRad="63500">
                  <a:prstClr val="black">
                    <a:alpha val="17000"/>
                  </a:prstClr>
                </a:innerShdw>
              </a:effectLst>
            </p:spPr>
            <p:style>
              <a:lnRef idx="2">
                <a:srgbClr val="4F81BD">
                  <a:shade val="50000"/>
                </a:srgbClr>
              </a:lnRef>
              <a:fillRef idx="1">
                <a:srgbClr val="4F81BD"/>
              </a:fillRef>
              <a:effectRef idx="0">
                <a:srgbClr val="4F81BD"/>
              </a:effectRef>
              <a:fontRef idx="minor">
                <a:srgbClr val="000000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85" name="Check" descr="C:\Users\t-dantay\Documents\WPIcons\appbar.check.rest.png"/>
            <p:cNvPicPr>
              <a:picLocks noChangeAspect="1" noChangeArrowheads="1"/>
            </p:cNvPicPr>
            <p:nvPr/>
          </p:nvPicPr>
          <p:blipFill>
            <a:blip r:embed="rId4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7072" y="3336403"/>
              <a:ext cx="182880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8" name="CheckBoxChecked"/>
          <p:cNvGrpSpPr/>
          <p:nvPr>
            <p:custDataLst>
              <p:custData r:id="rId27"/>
            </p:custDataLst>
          </p:nvPr>
        </p:nvGrpSpPr>
        <p:grpSpPr>
          <a:xfrm>
            <a:off x="2811848" y="3479537"/>
            <a:ext cx="1413529" cy="230832"/>
            <a:chOff x="4317072" y="3312427"/>
            <a:chExt cx="1413529" cy="230832"/>
          </a:xfrm>
        </p:grpSpPr>
        <p:grpSp>
          <p:nvGrpSpPr>
            <p:cNvPr id="99" name="Group 98"/>
            <p:cNvGrpSpPr/>
            <p:nvPr/>
          </p:nvGrpSpPr>
          <p:grpSpPr>
            <a:xfrm>
              <a:off x="4354457" y="3312427"/>
              <a:ext cx="1376144" cy="230832"/>
              <a:chOff x="5179847" y="2087451"/>
              <a:chExt cx="1289723" cy="216403"/>
            </a:xfrm>
          </p:grpSpPr>
          <p:sp>
            <p:nvSpPr>
              <p:cNvPr id="101" name="Content"/>
              <p:cNvSpPr txBox="1">
                <a:spLocks/>
              </p:cNvSpPr>
              <p:nvPr/>
            </p:nvSpPr>
            <p:spPr>
              <a:xfrm>
                <a:off x="5179847" y="2087451"/>
                <a:ext cx="1289723" cy="216403"/>
              </a:xfrm>
              <a:prstGeom prst="rect">
                <a:avLst/>
              </a:prstGeom>
              <a:noFill/>
            </p:spPr>
            <p:txBody>
              <a:bodyPr wrap="none" lIns="164592" tIns="18288" rIns="45720" bIns="27432" rtlCol="0" anchor="ctr" anchorCtr="0">
                <a:spAutoFit/>
              </a:bodyPr>
              <a:lstStyle/>
              <a:p>
                <a:r>
                  <a:rPr lang="en-US" sz="1200" dirty="0"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Declined Medical</a:t>
                </a:r>
              </a:p>
            </p:txBody>
          </p:sp>
          <p:sp>
            <p:nvSpPr>
              <p:cNvPr id="102" name="CheckBox"/>
              <p:cNvSpPr>
                <a:spLocks/>
              </p:cNvSpPr>
              <p:nvPr/>
            </p:nvSpPr>
            <p:spPr>
              <a:xfrm>
                <a:off x="5179847" y="2146837"/>
                <a:ext cx="100012" cy="97631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FFFFFF">
                    <a:lumMod val="65000"/>
                  </a:srgbClr>
                </a:solidFill>
              </a:ln>
              <a:effectLst>
                <a:innerShdw blurRad="63500">
                  <a:prstClr val="black">
                    <a:alpha val="17000"/>
                  </a:prstClr>
                </a:innerShdw>
              </a:effectLst>
            </p:spPr>
            <p:style>
              <a:lnRef idx="2">
                <a:srgbClr val="4F81BD">
                  <a:shade val="50000"/>
                </a:srgbClr>
              </a:lnRef>
              <a:fillRef idx="1">
                <a:srgbClr val="4F81BD"/>
              </a:fillRef>
              <a:effectRef idx="0">
                <a:srgbClr val="4F81BD"/>
              </a:effectRef>
              <a:fontRef idx="minor">
                <a:srgbClr val="000000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00" name="Check" descr="C:\Users\t-dantay\Documents\WPIcons\appbar.check.rest.png"/>
            <p:cNvPicPr>
              <a:picLocks noChangeAspect="1" noChangeArrowheads="1"/>
            </p:cNvPicPr>
            <p:nvPr/>
          </p:nvPicPr>
          <p:blipFill>
            <a:blip r:embed="rId4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7072" y="3336403"/>
              <a:ext cx="182880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" name="CheckBoxChecked"/>
          <p:cNvGrpSpPr/>
          <p:nvPr>
            <p:custDataLst>
              <p:custData r:id="rId28"/>
            </p:custDataLst>
          </p:nvPr>
        </p:nvGrpSpPr>
        <p:grpSpPr>
          <a:xfrm>
            <a:off x="6693513" y="2836167"/>
            <a:ext cx="1337584" cy="243630"/>
            <a:chOff x="4317072" y="3275653"/>
            <a:chExt cx="1337584" cy="243630"/>
          </a:xfrm>
        </p:grpSpPr>
        <p:grpSp>
          <p:nvGrpSpPr>
            <p:cNvPr id="104" name="Group 103"/>
            <p:cNvGrpSpPr/>
            <p:nvPr/>
          </p:nvGrpSpPr>
          <p:grpSpPr>
            <a:xfrm>
              <a:off x="4346736" y="3275653"/>
              <a:ext cx="1307920" cy="230832"/>
              <a:chOff x="5172591" y="2052976"/>
              <a:chExt cx="1225778" cy="216403"/>
            </a:xfrm>
          </p:grpSpPr>
          <p:sp>
            <p:nvSpPr>
              <p:cNvPr id="106" name="Content"/>
              <p:cNvSpPr txBox="1">
                <a:spLocks/>
              </p:cNvSpPr>
              <p:nvPr/>
            </p:nvSpPr>
            <p:spPr>
              <a:xfrm>
                <a:off x="5172591" y="2052976"/>
                <a:ext cx="1225778" cy="216403"/>
              </a:xfrm>
              <a:prstGeom prst="rect">
                <a:avLst/>
              </a:prstGeom>
              <a:noFill/>
            </p:spPr>
            <p:txBody>
              <a:bodyPr wrap="none" lIns="164592" tIns="18288" rIns="45720" bIns="27432" rtlCol="0" anchor="ctr" anchorCtr="0">
                <a:spAutoFit/>
              </a:bodyPr>
              <a:lstStyle/>
              <a:p>
                <a:r>
                  <a:rPr lang="en-US" sz="1200" dirty="0"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EMS Dispatched</a:t>
                </a:r>
              </a:p>
            </p:txBody>
          </p:sp>
          <p:sp>
            <p:nvSpPr>
              <p:cNvPr id="107" name="CheckBox"/>
              <p:cNvSpPr>
                <a:spLocks/>
              </p:cNvSpPr>
              <p:nvPr/>
            </p:nvSpPr>
            <p:spPr>
              <a:xfrm>
                <a:off x="5179827" y="2146837"/>
                <a:ext cx="100012" cy="97631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FFFFFF">
                    <a:lumMod val="65000"/>
                  </a:srgbClr>
                </a:solidFill>
              </a:ln>
              <a:effectLst>
                <a:innerShdw blurRad="63500">
                  <a:prstClr val="black">
                    <a:alpha val="17000"/>
                  </a:prstClr>
                </a:innerShdw>
              </a:effectLst>
            </p:spPr>
            <p:style>
              <a:lnRef idx="2">
                <a:srgbClr val="4F81BD">
                  <a:shade val="50000"/>
                </a:srgbClr>
              </a:lnRef>
              <a:fillRef idx="1">
                <a:srgbClr val="4F81BD"/>
              </a:fillRef>
              <a:effectRef idx="0">
                <a:srgbClr val="4F81BD"/>
              </a:effectRef>
              <a:fontRef idx="minor">
                <a:srgbClr val="000000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05" name="Check" descr="C:\Users\t-dantay\Documents\WPIcons\appbar.check.rest.png"/>
            <p:cNvPicPr>
              <a:picLocks noChangeAspect="1" noChangeArrowheads="1"/>
            </p:cNvPicPr>
            <p:nvPr/>
          </p:nvPicPr>
          <p:blipFill>
            <a:blip r:embed="rId4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7072" y="3336403"/>
              <a:ext cx="182880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8" name="CheckBoxChecked"/>
          <p:cNvGrpSpPr/>
          <p:nvPr>
            <p:custDataLst>
              <p:custData r:id="rId29"/>
            </p:custDataLst>
          </p:nvPr>
        </p:nvGrpSpPr>
        <p:grpSpPr>
          <a:xfrm>
            <a:off x="6689589" y="1437841"/>
            <a:ext cx="1073763" cy="230832"/>
            <a:chOff x="4317072" y="3312427"/>
            <a:chExt cx="1073763" cy="230832"/>
          </a:xfrm>
        </p:grpSpPr>
        <p:grpSp>
          <p:nvGrpSpPr>
            <p:cNvPr id="109" name="Group 108"/>
            <p:cNvGrpSpPr/>
            <p:nvPr/>
          </p:nvGrpSpPr>
          <p:grpSpPr>
            <a:xfrm>
              <a:off x="4354458" y="3312427"/>
              <a:ext cx="1036377" cy="230832"/>
              <a:chOff x="5179859" y="2087451"/>
              <a:chExt cx="971295" cy="216403"/>
            </a:xfrm>
          </p:grpSpPr>
          <p:sp>
            <p:nvSpPr>
              <p:cNvPr id="111" name="Content"/>
              <p:cNvSpPr txBox="1">
                <a:spLocks/>
              </p:cNvSpPr>
              <p:nvPr/>
            </p:nvSpPr>
            <p:spPr>
              <a:xfrm>
                <a:off x="5179859" y="2087451"/>
                <a:ext cx="971295" cy="216403"/>
              </a:xfrm>
              <a:prstGeom prst="rect">
                <a:avLst/>
              </a:prstGeom>
              <a:noFill/>
            </p:spPr>
            <p:txBody>
              <a:bodyPr wrap="none" lIns="164592" tIns="18288" rIns="45720" bIns="27432" rtlCol="0" anchor="ctr" anchorCtr="0">
                <a:spAutoFit/>
              </a:bodyPr>
              <a:lstStyle/>
              <a:p>
                <a:r>
                  <a:rPr lang="en-US" sz="1200" dirty="0"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Recordable?</a:t>
                </a:r>
              </a:p>
            </p:txBody>
          </p:sp>
          <p:sp>
            <p:nvSpPr>
              <p:cNvPr id="112" name="CheckBox"/>
              <p:cNvSpPr>
                <a:spLocks/>
              </p:cNvSpPr>
              <p:nvPr/>
            </p:nvSpPr>
            <p:spPr>
              <a:xfrm>
                <a:off x="5179859" y="2146837"/>
                <a:ext cx="100013" cy="97631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FFFFFF">
                    <a:lumMod val="65000"/>
                  </a:srgbClr>
                </a:solidFill>
              </a:ln>
              <a:effectLst>
                <a:innerShdw blurRad="63500">
                  <a:prstClr val="black">
                    <a:alpha val="17000"/>
                  </a:prstClr>
                </a:innerShdw>
              </a:effectLst>
            </p:spPr>
            <p:style>
              <a:lnRef idx="2">
                <a:srgbClr val="4F81BD">
                  <a:shade val="50000"/>
                </a:srgbClr>
              </a:lnRef>
              <a:fillRef idx="1">
                <a:srgbClr val="4F81BD"/>
              </a:fillRef>
              <a:effectRef idx="0">
                <a:srgbClr val="4F81BD"/>
              </a:effectRef>
              <a:fontRef idx="minor">
                <a:srgbClr val="000000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10" name="Check" descr="C:\Users\t-dantay\Documents\WPIcons\appbar.check.rest.png"/>
            <p:cNvPicPr>
              <a:picLocks noChangeAspect="1" noChangeArrowheads="1"/>
            </p:cNvPicPr>
            <p:nvPr/>
          </p:nvPicPr>
          <p:blipFill>
            <a:blip r:embed="rId4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7072" y="3336403"/>
              <a:ext cx="182880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3" name="CheckBoxChecked"/>
          <p:cNvGrpSpPr/>
          <p:nvPr>
            <p:custDataLst>
              <p:custData r:id="rId30"/>
            </p:custDataLst>
          </p:nvPr>
        </p:nvGrpSpPr>
        <p:grpSpPr>
          <a:xfrm>
            <a:off x="4418669" y="3488209"/>
            <a:ext cx="1455274" cy="230832"/>
            <a:chOff x="4317072" y="3312427"/>
            <a:chExt cx="1455274" cy="230832"/>
          </a:xfrm>
        </p:grpSpPr>
        <p:grpSp>
          <p:nvGrpSpPr>
            <p:cNvPr id="114" name="Group 113"/>
            <p:cNvGrpSpPr/>
            <p:nvPr/>
          </p:nvGrpSpPr>
          <p:grpSpPr>
            <a:xfrm>
              <a:off x="4354457" y="3312427"/>
              <a:ext cx="1417889" cy="230832"/>
              <a:chOff x="5179845" y="2087451"/>
              <a:chExt cx="1328846" cy="216403"/>
            </a:xfrm>
          </p:grpSpPr>
          <p:sp>
            <p:nvSpPr>
              <p:cNvPr id="116" name="Content"/>
              <p:cNvSpPr txBox="1">
                <a:spLocks/>
              </p:cNvSpPr>
              <p:nvPr/>
            </p:nvSpPr>
            <p:spPr>
              <a:xfrm>
                <a:off x="5179845" y="2087451"/>
                <a:ext cx="1328846" cy="216403"/>
              </a:xfrm>
              <a:prstGeom prst="rect">
                <a:avLst/>
              </a:prstGeom>
              <a:noFill/>
            </p:spPr>
            <p:txBody>
              <a:bodyPr wrap="none" lIns="164592" tIns="18288" rIns="45720" bIns="27432" rtlCol="0" anchor="ctr" anchorCtr="0">
                <a:spAutoFit/>
              </a:bodyPr>
              <a:lstStyle/>
              <a:p>
                <a:r>
                  <a:rPr lang="en-US" sz="1200" dirty="0"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Hospital Required</a:t>
                </a:r>
              </a:p>
            </p:txBody>
          </p:sp>
          <p:sp>
            <p:nvSpPr>
              <p:cNvPr id="117" name="CheckBox"/>
              <p:cNvSpPr>
                <a:spLocks/>
              </p:cNvSpPr>
              <p:nvPr/>
            </p:nvSpPr>
            <p:spPr>
              <a:xfrm>
                <a:off x="5179845" y="2146837"/>
                <a:ext cx="100012" cy="97631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FFFFFF">
                    <a:lumMod val="65000"/>
                  </a:srgbClr>
                </a:solidFill>
              </a:ln>
              <a:effectLst>
                <a:innerShdw blurRad="63500">
                  <a:prstClr val="black">
                    <a:alpha val="17000"/>
                  </a:prstClr>
                </a:innerShdw>
              </a:effectLst>
            </p:spPr>
            <p:style>
              <a:lnRef idx="2">
                <a:srgbClr val="4F81BD">
                  <a:shade val="50000"/>
                </a:srgbClr>
              </a:lnRef>
              <a:fillRef idx="1">
                <a:srgbClr val="4F81BD"/>
              </a:fillRef>
              <a:effectRef idx="0">
                <a:srgbClr val="4F81BD"/>
              </a:effectRef>
              <a:fontRef idx="minor">
                <a:srgbClr val="000000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15" name="Check" descr="C:\Users\t-dantay\Documents\WPIcons\appbar.check.rest.png"/>
            <p:cNvPicPr>
              <a:picLocks noChangeAspect="1" noChangeArrowheads="1"/>
            </p:cNvPicPr>
            <p:nvPr/>
          </p:nvPicPr>
          <p:blipFill>
            <a:blip r:embed="rId4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7072" y="3336403"/>
              <a:ext cx="182880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33" name="Straight Connector 32"/>
          <p:cNvCxnSpPr/>
          <p:nvPr/>
        </p:nvCxnSpPr>
        <p:spPr>
          <a:xfrm flipV="1">
            <a:off x="6609660" y="2718523"/>
            <a:ext cx="5453978" cy="7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Content"/>
          <p:cNvSpPr/>
          <p:nvPr>
            <p:custDataLst>
              <p:custData r:id="rId31"/>
            </p:custDataLst>
          </p:nvPr>
        </p:nvSpPr>
        <p:spPr>
          <a:xfrm>
            <a:off x="7356005" y="3166691"/>
            <a:ext cx="3114448" cy="203458"/>
          </a:xfrm>
          <a:prstGeom prst="rect">
            <a:avLst/>
          </a:prstGeom>
          <a:solidFill>
            <a:sysClr val="window" lastClr="FFFFFF"/>
          </a:solidFill>
          <a:ln w="3175">
            <a:solidFill>
              <a:srgbClr val="000000">
                <a:lumMod val="50000"/>
                <a:lumOff val="50000"/>
              </a:srgbClr>
            </a:solidFill>
          </a:ln>
          <a:effectLst/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wrap="none" lIns="45720" tIns="18288" rIns="45720" bIns="18288" rtlCol="0" anchor="ctr">
            <a:noAutofit/>
          </a:bodyPr>
          <a:lstStyle/>
          <a:p>
            <a:endParaRPr lang="en-US" sz="1200" dirty="0">
              <a:solidFill>
                <a:srgbClr val="000000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120" name="Content"/>
          <p:cNvSpPr txBox="1"/>
          <p:nvPr>
            <p:custDataLst>
              <p:custData r:id="rId32"/>
            </p:custDataLst>
          </p:nvPr>
        </p:nvSpPr>
        <p:spPr>
          <a:xfrm>
            <a:off x="6634516" y="3176387"/>
            <a:ext cx="742511" cy="230832"/>
          </a:xfrm>
          <a:prstGeom prst="rect">
            <a:avLst/>
          </a:prstGeom>
          <a:noFill/>
        </p:spPr>
        <p:txBody>
          <a:bodyPr wrap="none" lIns="91440" tIns="18288" rIns="91440" bIns="27432" rtlCol="0" anchor="ctr" anchorCtr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By Who:</a:t>
            </a:r>
          </a:p>
        </p:txBody>
      </p:sp>
      <p:grpSp>
        <p:nvGrpSpPr>
          <p:cNvPr id="121" name="Group 120"/>
          <p:cNvGrpSpPr/>
          <p:nvPr>
            <p:custDataLst>
              <p:custData r:id="rId33"/>
              <p:custData r:id="rId34"/>
            </p:custDataLst>
          </p:nvPr>
        </p:nvGrpSpPr>
        <p:grpSpPr>
          <a:xfrm>
            <a:off x="7356005" y="3479537"/>
            <a:ext cx="3147293" cy="320480"/>
            <a:chOff x="661119" y="6516573"/>
            <a:chExt cx="3147293" cy="320480"/>
          </a:xfrm>
        </p:grpSpPr>
        <p:grpSp>
          <p:nvGrpSpPr>
            <p:cNvPr id="122" name="Group 121"/>
            <p:cNvGrpSpPr/>
            <p:nvPr/>
          </p:nvGrpSpPr>
          <p:grpSpPr>
            <a:xfrm>
              <a:off x="661119" y="6516573"/>
              <a:ext cx="1217687" cy="320480"/>
              <a:chOff x="507869" y="3725859"/>
              <a:chExt cx="1217687" cy="320480"/>
            </a:xfrm>
          </p:grpSpPr>
          <p:sp>
            <p:nvSpPr>
              <p:cNvPr id="129" name="Content1"/>
              <p:cNvSpPr/>
              <p:nvPr/>
            </p:nvSpPr>
            <p:spPr bwMode="auto">
              <a:xfrm>
                <a:off x="507869" y="3725859"/>
                <a:ext cx="1217687" cy="320480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CFCFCF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vert="horz" wrap="square" lIns="91436" tIns="45718" rIns="91436" bIns="45718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099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32323"/>
                    </a:solidFill>
                    <a:effectLst/>
                    <a:uLnTx/>
                    <a:uFillTx/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September</a:t>
                </a:r>
              </a:p>
            </p:txBody>
          </p:sp>
          <p:sp>
            <p:nvSpPr>
              <p:cNvPr id="130" name="DownArrow1"/>
              <p:cNvSpPr/>
              <p:nvPr/>
            </p:nvSpPr>
            <p:spPr bwMode="auto">
              <a:xfrm rot="5400000">
                <a:off x="1535955" y="3844761"/>
                <a:ext cx="60862" cy="76200"/>
              </a:xfrm>
              <a:custGeom>
                <a:avLst/>
                <a:gdLst>
                  <a:gd name="connsiteX0" fmla="*/ 0 w 88508"/>
                  <a:gd name="connsiteY0" fmla="*/ 0 h 100794"/>
                  <a:gd name="connsiteX1" fmla="*/ 44254 w 88508"/>
                  <a:gd name="connsiteY1" fmla="*/ 0 h 100794"/>
                  <a:gd name="connsiteX2" fmla="*/ 88508 w 88508"/>
                  <a:gd name="connsiteY2" fmla="*/ 50397 h 100794"/>
                  <a:gd name="connsiteX3" fmla="*/ 44254 w 88508"/>
                  <a:gd name="connsiteY3" fmla="*/ 100794 h 100794"/>
                  <a:gd name="connsiteX4" fmla="*/ 0 w 88508"/>
                  <a:gd name="connsiteY4" fmla="*/ 100794 h 100794"/>
                  <a:gd name="connsiteX5" fmla="*/ 44254 w 88508"/>
                  <a:gd name="connsiteY5" fmla="*/ 50397 h 100794"/>
                  <a:gd name="connsiteX6" fmla="*/ 0 w 88508"/>
                  <a:gd name="connsiteY6" fmla="*/ 0 h 100794"/>
                  <a:gd name="connsiteX0" fmla="*/ 14630 w 88508"/>
                  <a:gd name="connsiteY0" fmla="*/ 0 h 100794"/>
                  <a:gd name="connsiteX1" fmla="*/ 44254 w 88508"/>
                  <a:gd name="connsiteY1" fmla="*/ 0 h 100794"/>
                  <a:gd name="connsiteX2" fmla="*/ 88508 w 88508"/>
                  <a:gd name="connsiteY2" fmla="*/ 50397 h 100794"/>
                  <a:gd name="connsiteX3" fmla="*/ 44254 w 88508"/>
                  <a:gd name="connsiteY3" fmla="*/ 100794 h 100794"/>
                  <a:gd name="connsiteX4" fmla="*/ 0 w 88508"/>
                  <a:gd name="connsiteY4" fmla="*/ 100794 h 100794"/>
                  <a:gd name="connsiteX5" fmla="*/ 44254 w 88508"/>
                  <a:gd name="connsiteY5" fmla="*/ 50397 h 100794"/>
                  <a:gd name="connsiteX6" fmla="*/ 14630 w 88508"/>
                  <a:gd name="connsiteY6" fmla="*/ 0 h 100794"/>
                  <a:gd name="connsiteX0" fmla="*/ 14630 w 88508"/>
                  <a:gd name="connsiteY0" fmla="*/ 0 h 100794"/>
                  <a:gd name="connsiteX1" fmla="*/ 44254 w 88508"/>
                  <a:gd name="connsiteY1" fmla="*/ 0 h 100794"/>
                  <a:gd name="connsiteX2" fmla="*/ 88508 w 88508"/>
                  <a:gd name="connsiteY2" fmla="*/ 50397 h 100794"/>
                  <a:gd name="connsiteX3" fmla="*/ 44254 w 88508"/>
                  <a:gd name="connsiteY3" fmla="*/ 100794 h 100794"/>
                  <a:gd name="connsiteX4" fmla="*/ 0 w 88508"/>
                  <a:gd name="connsiteY4" fmla="*/ 100794 h 100794"/>
                  <a:gd name="connsiteX5" fmla="*/ 66200 w 88508"/>
                  <a:gd name="connsiteY5" fmla="*/ 57712 h 100794"/>
                  <a:gd name="connsiteX6" fmla="*/ 14630 w 88508"/>
                  <a:gd name="connsiteY6" fmla="*/ 0 h 100794"/>
                  <a:gd name="connsiteX0" fmla="*/ 0 w 73878"/>
                  <a:gd name="connsiteY0" fmla="*/ 0 h 108109"/>
                  <a:gd name="connsiteX1" fmla="*/ 29624 w 73878"/>
                  <a:gd name="connsiteY1" fmla="*/ 0 h 108109"/>
                  <a:gd name="connsiteX2" fmla="*/ 73878 w 73878"/>
                  <a:gd name="connsiteY2" fmla="*/ 50397 h 108109"/>
                  <a:gd name="connsiteX3" fmla="*/ 29624 w 73878"/>
                  <a:gd name="connsiteY3" fmla="*/ 100794 h 108109"/>
                  <a:gd name="connsiteX4" fmla="*/ 7315 w 73878"/>
                  <a:gd name="connsiteY4" fmla="*/ 108109 h 108109"/>
                  <a:gd name="connsiteX5" fmla="*/ 51570 w 73878"/>
                  <a:gd name="connsiteY5" fmla="*/ 57712 h 108109"/>
                  <a:gd name="connsiteX6" fmla="*/ 0 w 73878"/>
                  <a:gd name="connsiteY6" fmla="*/ 0 h 108109"/>
                  <a:gd name="connsiteX0" fmla="*/ 3655 w 77533"/>
                  <a:gd name="connsiteY0" fmla="*/ 0 h 100794"/>
                  <a:gd name="connsiteX1" fmla="*/ 33279 w 77533"/>
                  <a:gd name="connsiteY1" fmla="*/ 0 h 100794"/>
                  <a:gd name="connsiteX2" fmla="*/ 77533 w 77533"/>
                  <a:gd name="connsiteY2" fmla="*/ 50397 h 100794"/>
                  <a:gd name="connsiteX3" fmla="*/ 33279 w 77533"/>
                  <a:gd name="connsiteY3" fmla="*/ 100794 h 100794"/>
                  <a:gd name="connsiteX4" fmla="*/ 0 w 77533"/>
                  <a:gd name="connsiteY4" fmla="*/ 97136 h 100794"/>
                  <a:gd name="connsiteX5" fmla="*/ 55225 w 77533"/>
                  <a:gd name="connsiteY5" fmla="*/ 57712 h 100794"/>
                  <a:gd name="connsiteX6" fmla="*/ 3655 w 77533"/>
                  <a:gd name="connsiteY6" fmla="*/ 0 h 100794"/>
                  <a:gd name="connsiteX0" fmla="*/ 3655 w 77533"/>
                  <a:gd name="connsiteY0" fmla="*/ 0 h 100794"/>
                  <a:gd name="connsiteX1" fmla="*/ 33279 w 77533"/>
                  <a:gd name="connsiteY1" fmla="*/ 0 h 100794"/>
                  <a:gd name="connsiteX2" fmla="*/ 77533 w 77533"/>
                  <a:gd name="connsiteY2" fmla="*/ 50397 h 100794"/>
                  <a:gd name="connsiteX3" fmla="*/ 33279 w 77533"/>
                  <a:gd name="connsiteY3" fmla="*/ 100794 h 100794"/>
                  <a:gd name="connsiteX4" fmla="*/ 0 w 77533"/>
                  <a:gd name="connsiteY4" fmla="*/ 97136 h 100794"/>
                  <a:gd name="connsiteX5" fmla="*/ 51570 w 77533"/>
                  <a:gd name="connsiteY5" fmla="*/ 46739 h 100794"/>
                  <a:gd name="connsiteX6" fmla="*/ 3655 w 77533"/>
                  <a:gd name="connsiteY6" fmla="*/ 0 h 100794"/>
                  <a:gd name="connsiteX0" fmla="*/ 3655 w 77533"/>
                  <a:gd name="connsiteY0" fmla="*/ 0 h 100794"/>
                  <a:gd name="connsiteX1" fmla="*/ 33279 w 77533"/>
                  <a:gd name="connsiteY1" fmla="*/ 0 h 100794"/>
                  <a:gd name="connsiteX2" fmla="*/ 77533 w 77533"/>
                  <a:gd name="connsiteY2" fmla="*/ 50397 h 100794"/>
                  <a:gd name="connsiteX3" fmla="*/ 33279 w 77533"/>
                  <a:gd name="connsiteY3" fmla="*/ 100794 h 100794"/>
                  <a:gd name="connsiteX4" fmla="*/ 0 w 77533"/>
                  <a:gd name="connsiteY4" fmla="*/ 97136 h 100794"/>
                  <a:gd name="connsiteX5" fmla="*/ 58716 w 77533"/>
                  <a:gd name="connsiteY5" fmla="*/ 49120 h 100794"/>
                  <a:gd name="connsiteX6" fmla="*/ 3655 w 77533"/>
                  <a:gd name="connsiteY6" fmla="*/ 0 h 100794"/>
                  <a:gd name="connsiteX0" fmla="*/ 0 w 73878"/>
                  <a:gd name="connsiteY0" fmla="*/ 0 h 104280"/>
                  <a:gd name="connsiteX1" fmla="*/ 29624 w 73878"/>
                  <a:gd name="connsiteY1" fmla="*/ 0 h 104280"/>
                  <a:gd name="connsiteX2" fmla="*/ 73878 w 73878"/>
                  <a:gd name="connsiteY2" fmla="*/ 50397 h 104280"/>
                  <a:gd name="connsiteX3" fmla="*/ 29624 w 73878"/>
                  <a:gd name="connsiteY3" fmla="*/ 100794 h 104280"/>
                  <a:gd name="connsiteX4" fmla="*/ 13016 w 73878"/>
                  <a:gd name="connsiteY4" fmla="*/ 104280 h 104280"/>
                  <a:gd name="connsiteX5" fmla="*/ 55061 w 73878"/>
                  <a:gd name="connsiteY5" fmla="*/ 49120 h 104280"/>
                  <a:gd name="connsiteX6" fmla="*/ 0 w 73878"/>
                  <a:gd name="connsiteY6" fmla="*/ 0 h 104280"/>
                  <a:gd name="connsiteX0" fmla="*/ 1272 w 60862"/>
                  <a:gd name="connsiteY0" fmla="*/ 2381 h 104280"/>
                  <a:gd name="connsiteX1" fmla="*/ 16608 w 60862"/>
                  <a:gd name="connsiteY1" fmla="*/ 0 h 104280"/>
                  <a:gd name="connsiteX2" fmla="*/ 60862 w 60862"/>
                  <a:gd name="connsiteY2" fmla="*/ 50397 h 104280"/>
                  <a:gd name="connsiteX3" fmla="*/ 16608 w 60862"/>
                  <a:gd name="connsiteY3" fmla="*/ 100794 h 104280"/>
                  <a:gd name="connsiteX4" fmla="*/ 0 w 60862"/>
                  <a:gd name="connsiteY4" fmla="*/ 104280 h 104280"/>
                  <a:gd name="connsiteX5" fmla="*/ 42045 w 60862"/>
                  <a:gd name="connsiteY5" fmla="*/ 49120 h 104280"/>
                  <a:gd name="connsiteX6" fmla="*/ 1272 w 60862"/>
                  <a:gd name="connsiteY6" fmla="*/ 2381 h 104280"/>
                  <a:gd name="connsiteX0" fmla="*/ 1272 w 60862"/>
                  <a:gd name="connsiteY0" fmla="*/ 2381 h 100794"/>
                  <a:gd name="connsiteX1" fmla="*/ 16608 w 60862"/>
                  <a:gd name="connsiteY1" fmla="*/ 0 h 100794"/>
                  <a:gd name="connsiteX2" fmla="*/ 60862 w 60862"/>
                  <a:gd name="connsiteY2" fmla="*/ 50397 h 100794"/>
                  <a:gd name="connsiteX3" fmla="*/ 16608 w 60862"/>
                  <a:gd name="connsiteY3" fmla="*/ 100794 h 100794"/>
                  <a:gd name="connsiteX4" fmla="*/ 0 w 60862"/>
                  <a:gd name="connsiteY4" fmla="*/ 94755 h 100794"/>
                  <a:gd name="connsiteX5" fmla="*/ 42045 w 60862"/>
                  <a:gd name="connsiteY5" fmla="*/ 49120 h 100794"/>
                  <a:gd name="connsiteX6" fmla="*/ 1272 w 60862"/>
                  <a:gd name="connsiteY6" fmla="*/ 2381 h 100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862" h="100794">
                    <a:moveTo>
                      <a:pt x="1272" y="2381"/>
                    </a:moveTo>
                    <a:lnTo>
                      <a:pt x="16608" y="0"/>
                    </a:lnTo>
                    <a:lnTo>
                      <a:pt x="60862" y="50397"/>
                    </a:lnTo>
                    <a:lnTo>
                      <a:pt x="16608" y="100794"/>
                    </a:lnTo>
                    <a:lnTo>
                      <a:pt x="0" y="94755"/>
                    </a:lnTo>
                    <a:lnTo>
                      <a:pt x="42045" y="49120"/>
                    </a:lnTo>
                    <a:lnTo>
                      <a:pt x="1272" y="2381"/>
                    </a:lnTo>
                    <a:close/>
                  </a:path>
                </a:pathLst>
              </a:custGeom>
              <a:solidFill>
                <a:srgbClr val="585858">
                  <a:lumMod val="50000"/>
                </a:srgbClr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vert="horz" wrap="square" lIns="91436" tIns="45718" rIns="91436" bIns="45718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099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2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"/>
                  <a:ea typeface="+mn-ea"/>
                  <a:cs typeface="+mn-cs"/>
                </a:endParaRPr>
              </a:p>
            </p:txBody>
          </p:sp>
        </p:grpSp>
        <p:grpSp>
          <p:nvGrpSpPr>
            <p:cNvPr id="123" name="Group 122"/>
            <p:cNvGrpSpPr/>
            <p:nvPr/>
          </p:nvGrpSpPr>
          <p:grpSpPr>
            <a:xfrm>
              <a:off x="2050537" y="6516573"/>
              <a:ext cx="767275" cy="320480"/>
              <a:chOff x="507870" y="3725859"/>
              <a:chExt cx="767275" cy="320480"/>
            </a:xfrm>
          </p:grpSpPr>
          <p:sp>
            <p:nvSpPr>
              <p:cNvPr id="127" name="Content2"/>
              <p:cNvSpPr/>
              <p:nvPr/>
            </p:nvSpPr>
            <p:spPr bwMode="auto">
              <a:xfrm>
                <a:off x="507870" y="3725859"/>
                <a:ext cx="767275" cy="320480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CFCFCF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vert="horz" wrap="square" lIns="91436" tIns="45718" rIns="91436" bIns="45718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099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32323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Segoe UI" pitchFamily="34" charset="0"/>
                  </a:rPr>
                  <a:t>13</a:t>
                </a:r>
              </a:p>
            </p:txBody>
          </p:sp>
          <p:sp>
            <p:nvSpPr>
              <p:cNvPr id="128" name="DownArrow2"/>
              <p:cNvSpPr/>
              <p:nvPr/>
            </p:nvSpPr>
            <p:spPr bwMode="auto">
              <a:xfrm rot="5400000">
                <a:off x="1093995" y="3844761"/>
                <a:ext cx="60862" cy="76200"/>
              </a:xfrm>
              <a:custGeom>
                <a:avLst/>
                <a:gdLst>
                  <a:gd name="connsiteX0" fmla="*/ 0 w 88508"/>
                  <a:gd name="connsiteY0" fmla="*/ 0 h 100794"/>
                  <a:gd name="connsiteX1" fmla="*/ 44254 w 88508"/>
                  <a:gd name="connsiteY1" fmla="*/ 0 h 100794"/>
                  <a:gd name="connsiteX2" fmla="*/ 88508 w 88508"/>
                  <a:gd name="connsiteY2" fmla="*/ 50397 h 100794"/>
                  <a:gd name="connsiteX3" fmla="*/ 44254 w 88508"/>
                  <a:gd name="connsiteY3" fmla="*/ 100794 h 100794"/>
                  <a:gd name="connsiteX4" fmla="*/ 0 w 88508"/>
                  <a:gd name="connsiteY4" fmla="*/ 100794 h 100794"/>
                  <a:gd name="connsiteX5" fmla="*/ 44254 w 88508"/>
                  <a:gd name="connsiteY5" fmla="*/ 50397 h 100794"/>
                  <a:gd name="connsiteX6" fmla="*/ 0 w 88508"/>
                  <a:gd name="connsiteY6" fmla="*/ 0 h 100794"/>
                  <a:gd name="connsiteX0" fmla="*/ 14630 w 88508"/>
                  <a:gd name="connsiteY0" fmla="*/ 0 h 100794"/>
                  <a:gd name="connsiteX1" fmla="*/ 44254 w 88508"/>
                  <a:gd name="connsiteY1" fmla="*/ 0 h 100794"/>
                  <a:gd name="connsiteX2" fmla="*/ 88508 w 88508"/>
                  <a:gd name="connsiteY2" fmla="*/ 50397 h 100794"/>
                  <a:gd name="connsiteX3" fmla="*/ 44254 w 88508"/>
                  <a:gd name="connsiteY3" fmla="*/ 100794 h 100794"/>
                  <a:gd name="connsiteX4" fmla="*/ 0 w 88508"/>
                  <a:gd name="connsiteY4" fmla="*/ 100794 h 100794"/>
                  <a:gd name="connsiteX5" fmla="*/ 44254 w 88508"/>
                  <a:gd name="connsiteY5" fmla="*/ 50397 h 100794"/>
                  <a:gd name="connsiteX6" fmla="*/ 14630 w 88508"/>
                  <a:gd name="connsiteY6" fmla="*/ 0 h 100794"/>
                  <a:gd name="connsiteX0" fmla="*/ 14630 w 88508"/>
                  <a:gd name="connsiteY0" fmla="*/ 0 h 100794"/>
                  <a:gd name="connsiteX1" fmla="*/ 44254 w 88508"/>
                  <a:gd name="connsiteY1" fmla="*/ 0 h 100794"/>
                  <a:gd name="connsiteX2" fmla="*/ 88508 w 88508"/>
                  <a:gd name="connsiteY2" fmla="*/ 50397 h 100794"/>
                  <a:gd name="connsiteX3" fmla="*/ 44254 w 88508"/>
                  <a:gd name="connsiteY3" fmla="*/ 100794 h 100794"/>
                  <a:gd name="connsiteX4" fmla="*/ 0 w 88508"/>
                  <a:gd name="connsiteY4" fmla="*/ 100794 h 100794"/>
                  <a:gd name="connsiteX5" fmla="*/ 66200 w 88508"/>
                  <a:gd name="connsiteY5" fmla="*/ 57712 h 100794"/>
                  <a:gd name="connsiteX6" fmla="*/ 14630 w 88508"/>
                  <a:gd name="connsiteY6" fmla="*/ 0 h 100794"/>
                  <a:gd name="connsiteX0" fmla="*/ 0 w 73878"/>
                  <a:gd name="connsiteY0" fmla="*/ 0 h 108109"/>
                  <a:gd name="connsiteX1" fmla="*/ 29624 w 73878"/>
                  <a:gd name="connsiteY1" fmla="*/ 0 h 108109"/>
                  <a:gd name="connsiteX2" fmla="*/ 73878 w 73878"/>
                  <a:gd name="connsiteY2" fmla="*/ 50397 h 108109"/>
                  <a:gd name="connsiteX3" fmla="*/ 29624 w 73878"/>
                  <a:gd name="connsiteY3" fmla="*/ 100794 h 108109"/>
                  <a:gd name="connsiteX4" fmla="*/ 7315 w 73878"/>
                  <a:gd name="connsiteY4" fmla="*/ 108109 h 108109"/>
                  <a:gd name="connsiteX5" fmla="*/ 51570 w 73878"/>
                  <a:gd name="connsiteY5" fmla="*/ 57712 h 108109"/>
                  <a:gd name="connsiteX6" fmla="*/ 0 w 73878"/>
                  <a:gd name="connsiteY6" fmla="*/ 0 h 108109"/>
                  <a:gd name="connsiteX0" fmla="*/ 3655 w 77533"/>
                  <a:gd name="connsiteY0" fmla="*/ 0 h 100794"/>
                  <a:gd name="connsiteX1" fmla="*/ 33279 w 77533"/>
                  <a:gd name="connsiteY1" fmla="*/ 0 h 100794"/>
                  <a:gd name="connsiteX2" fmla="*/ 77533 w 77533"/>
                  <a:gd name="connsiteY2" fmla="*/ 50397 h 100794"/>
                  <a:gd name="connsiteX3" fmla="*/ 33279 w 77533"/>
                  <a:gd name="connsiteY3" fmla="*/ 100794 h 100794"/>
                  <a:gd name="connsiteX4" fmla="*/ 0 w 77533"/>
                  <a:gd name="connsiteY4" fmla="*/ 97136 h 100794"/>
                  <a:gd name="connsiteX5" fmla="*/ 55225 w 77533"/>
                  <a:gd name="connsiteY5" fmla="*/ 57712 h 100794"/>
                  <a:gd name="connsiteX6" fmla="*/ 3655 w 77533"/>
                  <a:gd name="connsiteY6" fmla="*/ 0 h 100794"/>
                  <a:gd name="connsiteX0" fmla="*/ 3655 w 77533"/>
                  <a:gd name="connsiteY0" fmla="*/ 0 h 100794"/>
                  <a:gd name="connsiteX1" fmla="*/ 33279 w 77533"/>
                  <a:gd name="connsiteY1" fmla="*/ 0 h 100794"/>
                  <a:gd name="connsiteX2" fmla="*/ 77533 w 77533"/>
                  <a:gd name="connsiteY2" fmla="*/ 50397 h 100794"/>
                  <a:gd name="connsiteX3" fmla="*/ 33279 w 77533"/>
                  <a:gd name="connsiteY3" fmla="*/ 100794 h 100794"/>
                  <a:gd name="connsiteX4" fmla="*/ 0 w 77533"/>
                  <a:gd name="connsiteY4" fmla="*/ 97136 h 100794"/>
                  <a:gd name="connsiteX5" fmla="*/ 51570 w 77533"/>
                  <a:gd name="connsiteY5" fmla="*/ 46739 h 100794"/>
                  <a:gd name="connsiteX6" fmla="*/ 3655 w 77533"/>
                  <a:gd name="connsiteY6" fmla="*/ 0 h 100794"/>
                  <a:gd name="connsiteX0" fmla="*/ 3655 w 77533"/>
                  <a:gd name="connsiteY0" fmla="*/ 0 h 100794"/>
                  <a:gd name="connsiteX1" fmla="*/ 33279 w 77533"/>
                  <a:gd name="connsiteY1" fmla="*/ 0 h 100794"/>
                  <a:gd name="connsiteX2" fmla="*/ 77533 w 77533"/>
                  <a:gd name="connsiteY2" fmla="*/ 50397 h 100794"/>
                  <a:gd name="connsiteX3" fmla="*/ 33279 w 77533"/>
                  <a:gd name="connsiteY3" fmla="*/ 100794 h 100794"/>
                  <a:gd name="connsiteX4" fmla="*/ 0 w 77533"/>
                  <a:gd name="connsiteY4" fmla="*/ 97136 h 100794"/>
                  <a:gd name="connsiteX5" fmla="*/ 58716 w 77533"/>
                  <a:gd name="connsiteY5" fmla="*/ 49120 h 100794"/>
                  <a:gd name="connsiteX6" fmla="*/ 3655 w 77533"/>
                  <a:gd name="connsiteY6" fmla="*/ 0 h 100794"/>
                  <a:gd name="connsiteX0" fmla="*/ 0 w 73878"/>
                  <a:gd name="connsiteY0" fmla="*/ 0 h 104280"/>
                  <a:gd name="connsiteX1" fmla="*/ 29624 w 73878"/>
                  <a:gd name="connsiteY1" fmla="*/ 0 h 104280"/>
                  <a:gd name="connsiteX2" fmla="*/ 73878 w 73878"/>
                  <a:gd name="connsiteY2" fmla="*/ 50397 h 104280"/>
                  <a:gd name="connsiteX3" fmla="*/ 29624 w 73878"/>
                  <a:gd name="connsiteY3" fmla="*/ 100794 h 104280"/>
                  <a:gd name="connsiteX4" fmla="*/ 13016 w 73878"/>
                  <a:gd name="connsiteY4" fmla="*/ 104280 h 104280"/>
                  <a:gd name="connsiteX5" fmla="*/ 55061 w 73878"/>
                  <a:gd name="connsiteY5" fmla="*/ 49120 h 104280"/>
                  <a:gd name="connsiteX6" fmla="*/ 0 w 73878"/>
                  <a:gd name="connsiteY6" fmla="*/ 0 h 104280"/>
                  <a:gd name="connsiteX0" fmla="*/ 1272 w 60862"/>
                  <a:gd name="connsiteY0" fmla="*/ 2381 h 104280"/>
                  <a:gd name="connsiteX1" fmla="*/ 16608 w 60862"/>
                  <a:gd name="connsiteY1" fmla="*/ 0 h 104280"/>
                  <a:gd name="connsiteX2" fmla="*/ 60862 w 60862"/>
                  <a:gd name="connsiteY2" fmla="*/ 50397 h 104280"/>
                  <a:gd name="connsiteX3" fmla="*/ 16608 w 60862"/>
                  <a:gd name="connsiteY3" fmla="*/ 100794 h 104280"/>
                  <a:gd name="connsiteX4" fmla="*/ 0 w 60862"/>
                  <a:gd name="connsiteY4" fmla="*/ 104280 h 104280"/>
                  <a:gd name="connsiteX5" fmla="*/ 42045 w 60862"/>
                  <a:gd name="connsiteY5" fmla="*/ 49120 h 104280"/>
                  <a:gd name="connsiteX6" fmla="*/ 1272 w 60862"/>
                  <a:gd name="connsiteY6" fmla="*/ 2381 h 104280"/>
                  <a:gd name="connsiteX0" fmla="*/ 1272 w 60862"/>
                  <a:gd name="connsiteY0" fmla="*/ 2381 h 100794"/>
                  <a:gd name="connsiteX1" fmla="*/ 16608 w 60862"/>
                  <a:gd name="connsiteY1" fmla="*/ 0 h 100794"/>
                  <a:gd name="connsiteX2" fmla="*/ 60862 w 60862"/>
                  <a:gd name="connsiteY2" fmla="*/ 50397 h 100794"/>
                  <a:gd name="connsiteX3" fmla="*/ 16608 w 60862"/>
                  <a:gd name="connsiteY3" fmla="*/ 100794 h 100794"/>
                  <a:gd name="connsiteX4" fmla="*/ 0 w 60862"/>
                  <a:gd name="connsiteY4" fmla="*/ 94755 h 100794"/>
                  <a:gd name="connsiteX5" fmla="*/ 42045 w 60862"/>
                  <a:gd name="connsiteY5" fmla="*/ 49120 h 100794"/>
                  <a:gd name="connsiteX6" fmla="*/ 1272 w 60862"/>
                  <a:gd name="connsiteY6" fmla="*/ 2381 h 100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862" h="100794">
                    <a:moveTo>
                      <a:pt x="1272" y="2381"/>
                    </a:moveTo>
                    <a:lnTo>
                      <a:pt x="16608" y="0"/>
                    </a:lnTo>
                    <a:lnTo>
                      <a:pt x="60862" y="50397"/>
                    </a:lnTo>
                    <a:lnTo>
                      <a:pt x="16608" y="100794"/>
                    </a:lnTo>
                    <a:lnTo>
                      <a:pt x="0" y="94755"/>
                    </a:lnTo>
                    <a:lnTo>
                      <a:pt x="42045" y="49120"/>
                    </a:lnTo>
                    <a:lnTo>
                      <a:pt x="1272" y="2381"/>
                    </a:lnTo>
                    <a:close/>
                  </a:path>
                </a:pathLst>
              </a:custGeom>
              <a:solidFill>
                <a:srgbClr val="585858">
                  <a:lumMod val="50000"/>
                </a:srgbClr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vert="horz" wrap="square" lIns="91436" tIns="45718" rIns="91436" bIns="45718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099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2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"/>
                  <a:ea typeface="+mn-ea"/>
                  <a:cs typeface="+mn-cs"/>
                </a:endParaRPr>
              </a:p>
            </p:txBody>
          </p:sp>
        </p:grpSp>
        <p:grpSp>
          <p:nvGrpSpPr>
            <p:cNvPr id="124" name="Group 123"/>
            <p:cNvGrpSpPr/>
            <p:nvPr/>
          </p:nvGrpSpPr>
          <p:grpSpPr>
            <a:xfrm>
              <a:off x="2987295" y="6516573"/>
              <a:ext cx="821117" cy="320480"/>
              <a:chOff x="507870" y="3733699"/>
              <a:chExt cx="767275" cy="320480"/>
            </a:xfrm>
          </p:grpSpPr>
          <p:sp>
            <p:nvSpPr>
              <p:cNvPr id="125" name="Content3"/>
              <p:cNvSpPr/>
              <p:nvPr/>
            </p:nvSpPr>
            <p:spPr bwMode="auto">
              <a:xfrm>
                <a:off x="507870" y="3733699"/>
                <a:ext cx="767275" cy="320480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CFCFCF"/>
                </a:solidFill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vert="horz" wrap="square" lIns="91436" tIns="45718" rIns="91436" bIns="45718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099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32323"/>
                    </a:solidFill>
                    <a:effectLst/>
                    <a:uLnTx/>
                    <a:uFillTx/>
                    <a:latin typeface="Segoe UI" pitchFamily="34" charset="0"/>
                    <a:ea typeface="+mn-ea"/>
                    <a:cs typeface="Segoe UI" pitchFamily="34" charset="0"/>
                  </a:rPr>
                  <a:t>2011</a:t>
                </a:r>
              </a:p>
            </p:txBody>
          </p:sp>
          <p:sp>
            <p:nvSpPr>
              <p:cNvPr id="126" name="DownArrow3"/>
              <p:cNvSpPr/>
              <p:nvPr/>
            </p:nvSpPr>
            <p:spPr bwMode="auto">
              <a:xfrm rot="5400000">
                <a:off x="1129597" y="3844761"/>
                <a:ext cx="60862" cy="76200"/>
              </a:xfrm>
              <a:custGeom>
                <a:avLst/>
                <a:gdLst>
                  <a:gd name="connsiteX0" fmla="*/ 0 w 88508"/>
                  <a:gd name="connsiteY0" fmla="*/ 0 h 100794"/>
                  <a:gd name="connsiteX1" fmla="*/ 44254 w 88508"/>
                  <a:gd name="connsiteY1" fmla="*/ 0 h 100794"/>
                  <a:gd name="connsiteX2" fmla="*/ 88508 w 88508"/>
                  <a:gd name="connsiteY2" fmla="*/ 50397 h 100794"/>
                  <a:gd name="connsiteX3" fmla="*/ 44254 w 88508"/>
                  <a:gd name="connsiteY3" fmla="*/ 100794 h 100794"/>
                  <a:gd name="connsiteX4" fmla="*/ 0 w 88508"/>
                  <a:gd name="connsiteY4" fmla="*/ 100794 h 100794"/>
                  <a:gd name="connsiteX5" fmla="*/ 44254 w 88508"/>
                  <a:gd name="connsiteY5" fmla="*/ 50397 h 100794"/>
                  <a:gd name="connsiteX6" fmla="*/ 0 w 88508"/>
                  <a:gd name="connsiteY6" fmla="*/ 0 h 100794"/>
                  <a:gd name="connsiteX0" fmla="*/ 14630 w 88508"/>
                  <a:gd name="connsiteY0" fmla="*/ 0 h 100794"/>
                  <a:gd name="connsiteX1" fmla="*/ 44254 w 88508"/>
                  <a:gd name="connsiteY1" fmla="*/ 0 h 100794"/>
                  <a:gd name="connsiteX2" fmla="*/ 88508 w 88508"/>
                  <a:gd name="connsiteY2" fmla="*/ 50397 h 100794"/>
                  <a:gd name="connsiteX3" fmla="*/ 44254 w 88508"/>
                  <a:gd name="connsiteY3" fmla="*/ 100794 h 100794"/>
                  <a:gd name="connsiteX4" fmla="*/ 0 w 88508"/>
                  <a:gd name="connsiteY4" fmla="*/ 100794 h 100794"/>
                  <a:gd name="connsiteX5" fmla="*/ 44254 w 88508"/>
                  <a:gd name="connsiteY5" fmla="*/ 50397 h 100794"/>
                  <a:gd name="connsiteX6" fmla="*/ 14630 w 88508"/>
                  <a:gd name="connsiteY6" fmla="*/ 0 h 100794"/>
                  <a:gd name="connsiteX0" fmla="*/ 14630 w 88508"/>
                  <a:gd name="connsiteY0" fmla="*/ 0 h 100794"/>
                  <a:gd name="connsiteX1" fmla="*/ 44254 w 88508"/>
                  <a:gd name="connsiteY1" fmla="*/ 0 h 100794"/>
                  <a:gd name="connsiteX2" fmla="*/ 88508 w 88508"/>
                  <a:gd name="connsiteY2" fmla="*/ 50397 h 100794"/>
                  <a:gd name="connsiteX3" fmla="*/ 44254 w 88508"/>
                  <a:gd name="connsiteY3" fmla="*/ 100794 h 100794"/>
                  <a:gd name="connsiteX4" fmla="*/ 0 w 88508"/>
                  <a:gd name="connsiteY4" fmla="*/ 100794 h 100794"/>
                  <a:gd name="connsiteX5" fmla="*/ 66200 w 88508"/>
                  <a:gd name="connsiteY5" fmla="*/ 57712 h 100794"/>
                  <a:gd name="connsiteX6" fmla="*/ 14630 w 88508"/>
                  <a:gd name="connsiteY6" fmla="*/ 0 h 100794"/>
                  <a:gd name="connsiteX0" fmla="*/ 0 w 73878"/>
                  <a:gd name="connsiteY0" fmla="*/ 0 h 108109"/>
                  <a:gd name="connsiteX1" fmla="*/ 29624 w 73878"/>
                  <a:gd name="connsiteY1" fmla="*/ 0 h 108109"/>
                  <a:gd name="connsiteX2" fmla="*/ 73878 w 73878"/>
                  <a:gd name="connsiteY2" fmla="*/ 50397 h 108109"/>
                  <a:gd name="connsiteX3" fmla="*/ 29624 w 73878"/>
                  <a:gd name="connsiteY3" fmla="*/ 100794 h 108109"/>
                  <a:gd name="connsiteX4" fmla="*/ 7315 w 73878"/>
                  <a:gd name="connsiteY4" fmla="*/ 108109 h 108109"/>
                  <a:gd name="connsiteX5" fmla="*/ 51570 w 73878"/>
                  <a:gd name="connsiteY5" fmla="*/ 57712 h 108109"/>
                  <a:gd name="connsiteX6" fmla="*/ 0 w 73878"/>
                  <a:gd name="connsiteY6" fmla="*/ 0 h 108109"/>
                  <a:gd name="connsiteX0" fmla="*/ 3655 w 77533"/>
                  <a:gd name="connsiteY0" fmla="*/ 0 h 100794"/>
                  <a:gd name="connsiteX1" fmla="*/ 33279 w 77533"/>
                  <a:gd name="connsiteY1" fmla="*/ 0 h 100794"/>
                  <a:gd name="connsiteX2" fmla="*/ 77533 w 77533"/>
                  <a:gd name="connsiteY2" fmla="*/ 50397 h 100794"/>
                  <a:gd name="connsiteX3" fmla="*/ 33279 w 77533"/>
                  <a:gd name="connsiteY3" fmla="*/ 100794 h 100794"/>
                  <a:gd name="connsiteX4" fmla="*/ 0 w 77533"/>
                  <a:gd name="connsiteY4" fmla="*/ 97136 h 100794"/>
                  <a:gd name="connsiteX5" fmla="*/ 55225 w 77533"/>
                  <a:gd name="connsiteY5" fmla="*/ 57712 h 100794"/>
                  <a:gd name="connsiteX6" fmla="*/ 3655 w 77533"/>
                  <a:gd name="connsiteY6" fmla="*/ 0 h 100794"/>
                  <a:gd name="connsiteX0" fmla="*/ 3655 w 77533"/>
                  <a:gd name="connsiteY0" fmla="*/ 0 h 100794"/>
                  <a:gd name="connsiteX1" fmla="*/ 33279 w 77533"/>
                  <a:gd name="connsiteY1" fmla="*/ 0 h 100794"/>
                  <a:gd name="connsiteX2" fmla="*/ 77533 w 77533"/>
                  <a:gd name="connsiteY2" fmla="*/ 50397 h 100794"/>
                  <a:gd name="connsiteX3" fmla="*/ 33279 w 77533"/>
                  <a:gd name="connsiteY3" fmla="*/ 100794 h 100794"/>
                  <a:gd name="connsiteX4" fmla="*/ 0 w 77533"/>
                  <a:gd name="connsiteY4" fmla="*/ 97136 h 100794"/>
                  <a:gd name="connsiteX5" fmla="*/ 51570 w 77533"/>
                  <a:gd name="connsiteY5" fmla="*/ 46739 h 100794"/>
                  <a:gd name="connsiteX6" fmla="*/ 3655 w 77533"/>
                  <a:gd name="connsiteY6" fmla="*/ 0 h 100794"/>
                  <a:gd name="connsiteX0" fmla="*/ 3655 w 77533"/>
                  <a:gd name="connsiteY0" fmla="*/ 0 h 100794"/>
                  <a:gd name="connsiteX1" fmla="*/ 33279 w 77533"/>
                  <a:gd name="connsiteY1" fmla="*/ 0 h 100794"/>
                  <a:gd name="connsiteX2" fmla="*/ 77533 w 77533"/>
                  <a:gd name="connsiteY2" fmla="*/ 50397 h 100794"/>
                  <a:gd name="connsiteX3" fmla="*/ 33279 w 77533"/>
                  <a:gd name="connsiteY3" fmla="*/ 100794 h 100794"/>
                  <a:gd name="connsiteX4" fmla="*/ 0 w 77533"/>
                  <a:gd name="connsiteY4" fmla="*/ 97136 h 100794"/>
                  <a:gd name="connsiteX5" fmla="*/ 58716 w 77533"/>
                  <a:gd name="connsiteY5" fmla="*/ 49120 h 100794"/>
                  <a:gd name="connsiteX6" fmla="*/ 3655 w 77533"/>
                  <a:gd name="connsiteY6" fmla="*/ 0 h 100794"/>
                  <a:gd name="connsiteX0" fmla="*/ 0 w 73878"/>
                  <a:gd name="connsiteY0" fmla="*/ 0 h 104280"/>
                  <a:gd name="connsiteX1" fmla="*/ 29624 w 73878"/>
                  <a:gd name="connsiteY1" fmla="*/ 0 h 104280"/>
                  <a:gd name="connsiteX2" fmla="*/ 73878 w 73878"/>
                  <a:gd name="connsiteY2" fmla="*/ 50397 h 104280"/>
                  <a:gd name="connsiteX3" fmla="*/ 29624 w 73878"/>
                  <a:gd name="connsiteY3" fmla="*/ 100794 h 104280"/>
                  <a:gd name="connsiteX4" fmla="*/ 13016 w 73878"/>
                  <a:gd name="connsiteY4" fmla="*/ 104280 h 104280"/>
                  <a:gd name="connsiteX5" fmla="*/ 55061 w 73878"/>
                  <a:gd name="connsiteY5" fmla="*/ 49120 h 104280"/>
                  <a:gd name="connsiteX6" fmla="*/ 0 w 73878"/>
                  <a:gd name="connsiteY6" fmla="*/ 0 h 104280"/>
                  <a:gd name="connsiteX0" fmla="*/ 1272 w 60862"/>
                  <a:gd name="connsiteY0" fmla="*/ 2381 h 104280"/>
                  <a:gd name="connsiteX1" fmla="*/ 16608 w 60862"/>
                  <a:gd name="connsiteY1" fmla="*/ 0 h 104280"/>
                  <a:gd name="connsiteX2" fmla="*/ 60862 w 60862"/>
                  <a:gd name="connsiteY2" fmla="*/ 50397 h 104280"/>
                  <a:gd name="connsiteX3" fmla="*/ 16608 w 60862"/>
                  <a:gd name="connsiteY3" fmla="*/ 100794 h 104280"/>
                  <a:gd name="connsiteX4" fmla="*/ 0 w 60862"/>
                  <a:gd name="connsiteY4" fmla="*/ 104280 h 104280"/>
                  <a:gd name="connsiteX5" fmla="*/ 42045 w 60862"/>
                  <a:gd name="connsiteY5" fmla="*/ 49120 h 104280"/>
                  <a:gd name="connsiteX6" fmla="*/ 1272 w 60862"/>
                  <a:gd name="connsiteY6" fmla="*/ 2381 h 104280"/>
                  <a:gd name="connsiteX0" fmla="*/ 1272 w 60862"/>
                  <a:gd name="connsiteY0" fmla="*/ 2381 h 100794"/>
                  <a:gd name="connsiteX1" fmla="*/ 16608 w 60862"/>
                  <a:gd name="connsiteY1" fmla="*/ 0 h 100794"/>
                  <a:gd name="connsiteX2" fmla="*/ 60862 w 60862"/>
                  <a:gd name="connsiteY2" fmla="*/ 50397 h 100794"/>
                  <a:gd name="connsiteX3" fmla="*/ 16608 w 60862"/>
                  <a:gd name="connsiteY3" fmla="*/ 100794 h 100794"/>
                  <a:gd name="connsiteX4" fmla="*/ 0 w 60862"/>
                  <a:gd name="connsiteY4" fmla="*/ 94755 h 100794"/>
                  <a:gd name="connsiteX5" fmla="*/ 42045 w 60862"/>
                  <a:gd name="connsiteY5" fmla="*/ 49120 h 100794"/>
                  <a:gd name="connsiteX6" fmla="*/ 1272 w 60862"/>
                  <a:gd name="connsiteY6" fmla="*/ 2381 h 100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862" h="100794">
                    <a:moveTo>
                      <a:pt x="1272" y="2381"/>
                    </a:moveTo>
                    <a:lnTo>
                      <a:pt x="16608" y="0"/>
                    </a:lnTo>
                    <a:lnTo>
                      <a:pt x="60862" y="50397"/>
                    </a:lnTo>
                    <a:lnTo>
                      <a:pt x="16608" y="100794"/>
                    </a:lnTo>
                    <a:lnTo>
                      <a:pt x="0" y="94755"/>
                    </a:lnTo>
                    <a:lnTo>
                      <a:pt x="42045" y="49120"/>
                    </a:lnTo>
                    <a:lnTo>
                      <a:pt x="1272" y="2381"/>
                    </a:lnTo>
                    <a:close/>
                  </a:path>
                </a:pathLst>
              </a:custGeom>
              <a:solidFill>
                <a:srgbClr val="585858">
                  <a:lumMod val="50000"/>
                </a:srgbClr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vert="horz" wrap="square" lIns="91436" tIns="45718" rIns="91436" bIns="45718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099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2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"/>
                  <a:ea typeface="+mn-ea"/>
                  <a:cs typeface="+mn-cs"/>
                </a:endParaRPr>
              </a:p>
            </p:txBody>
          </p:sp>
        </p:grpSp>
      </p:grpSp>
      <p:sp>
        <p:nvSpPr>
          <p:cNvPr id="131" name="Content"/>
          <p:cNvSpPr txBox="1"/>
          <p:nvPr>
            <p:custDataLst>
              <p:custData r:id="rId35"/>
            </p:custDataLst>
          </p:nvPr>
        </p:nvSpPr>
        <p:spPr>
          <a:xfrm>
            <a:off x="6914709" y="3529978"/>
            <a:ext cx="410241" cy="230832"/>
          </a:xfrm>
          <a:prstGeom prst="rect">
            <a:avLst/>
          </a:prstGeom>
          <a:noFill/>
        </p:spPr>
        <p:txBody>
          <a:bodyPr wrap="none" lIns="91440" tIns="18288" rIns="91440" bIns="27432" rtlCol="0" anchor="ctr" anchorCtr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At:</a:t>
            </a:r>
          </a:p>
        </p:txBody>
      </p:sp>
      <p:sp>
        <p:nvSpPr>
          <p:cNvPr id="132" name="Content"/>
          <p:cNvSpPr/>
          <p:nvPr>
            <p:custDataLst>
              <p:custData r:id="rId36"/>
            </p:custDataLst>
          </p:nvPr>
        </p:nvSpPr>
        <p:spPr>
          <a:xfrm>
            <a:off x="9451600" y="2886819"/>
            <a:ext cx="1043715" cy="189255"/>
          </a:xfrm>
          <a:prstGeom prst="rect">
            <a:avLst/>
          </a:prstGeom>
          <a:solidFill>
            <a:sysClr val="window" lastClr="FFFFFF"/>
          </a:solidFill>
          <a:ln w="3175">
            <a:solidFill>
              <a:srgbClr val="000000">
                <a:lumMod val="50000"/>
                <a:lumOff val="50000"/>
              </a:srgbClr>
            </a:solidFill>
          </a:ln>
          <a:effectLst/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wrap="none" lIns="45720" tIns="18288" rIns="45720" bIns="18288" rtlCol="0" anchor="ctr">
            <a:no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Segoe UI" pitchFamily="34" charset="0"/>
                <a:cs typeface="Segoe UI" pitchFamily="34" charset="0"/>
              </a:rPr>
              <a:t>911</a:t>
            </a:r>
          </a:p>
        </p:txBody>
      </p:sp>
      <p:sp>
        <p:nvSpPr>
          <p:cNvPr id="133" name="Content"/>
          <p:cNvSpPr txBox="1"/>
          <p:nvPr>
            <p:custDataLst>
              <p:custData r:id="rId37"/>
            </p:custDataLst>
          </p:nvPr>
        </p:nvSpPr>
        <p:spPr>
          <a:xfrm>
            <a:off x="8730111" y="2896515"/>
            <a:ext cx="782587" cy="230832"/>
          </a:xfrm>
          <a:prstGeom prst="rect">
            <a:avLst/>
          </a:prstGeom>
          <a:noFill/>
        </p:spPr>
        <p:txBody>
          <a:bodyPr wrap="none" lIns="91440" tIns="18288" rIns="91440" bIns="27432" rtlCol="0" anchor="ctr" anchorCtr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# Dialed:</a:t>
            </a:r>
          </a:p>
        </p:txBody>
      </p:sp>
      <p:sp>
        <p:nvSpPr>
          <p:cNvPr id="134" name="Content"/>
          <p:cNvSpPr/>
          <p:nvPr>
            <p:custDataLst>
              <p:custData r:id="rId38"/>
            </p:custDataLst>
          </p:nvPr>
        </p:nvSpPr>
        <p:spPr>
          <a:xfrm>
            <a:off x="7250750" y="1846890"/>
            <a:ext cx="4812888" cy="738586"/>
          </a:xfrm>
          <a:prstGeom prst="rect">
            <a:avLst/>
          </a:prstGeom>
          <a:solidFill>
            <a:sysClr val="window" lastClr="FFFFFF"/>
          </a:solidFill>
          <a:ln w="3175">
            <a:solidFill>
              <a:srgbClr val="000000">
                <a:lumMod val="50000"/>
                <a:lumOff val="50000"/>
              </a:srgbClr>
            </a:solidFill>
          </a:ln>
          <a:effectLst/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wrap="none" lIns="45720" tIns="18288" rIns="45720" bIns="18288" rtlCol="0" anchor="t">
            <a:noAutofit/>
          </a:bodyPr>
          <a:lstStyle/>
          <a:p>
            <a:r>
              <a:rPr lang="en-US" sz="1200">
                <a:latin typeface="Segoe UI" pitchFamily="34" charset="0"/>
                <a:cs typeface="Segoe UI" pitchFamily="34" charset="0"/>
              </a:rPr>
              <a:t>comments and or should new Personal Protective Equipment be added</a:t>
            </a:r>
            <a:endParaRPr lang="en-US" sz="1200" dirty="0">
              <a:solidFill>
                <a:srgbClr val="000000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135" name="Content"/>
          <p:cNvSpPr txBox="1"/>
          <p:nvPr>
            <p:custDataLst>
              <p:custData r:id="rId39"/>
            </p:custDataLst>
          </p:nvPr>
        </p:nvSpPr>
        <p:spPr>
          <a:xfrm>
            <a:off x="6650776" y="1847296"/>
            <a:ext cx="538930" cy="230832"/>
          </a:xfrm>
          <a:prstGeom prst="rect">
            <a:avLst/>
          </a:prstGeom>
          <a:noFill/>
        </p:spPr>
        <p:txBody>
          <a:bodyPr wrap="none" lIns="91440" tIns="18288" rIns="91440" bIns="27432" rtlCol="0" anchor="ctr" anchorCtr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Who:</a:t>
            </a:r>
          </a:p>
        </p:txBody>
      </p:sp>
      <p:sp>
        <p:nvSpPr>
          <p:cNvPr id="136" name="Content"/>
          <p:cNvSpPr/>
          <p:nvPr>
            <p:custDataLst>
              <p:custData r:id="rId40"/>
            </p:custDataLst>
          </p:nvPr>
        </p:nvSpPr>
        <p:spPr>
          <a:xfrm>
            <a:off x="10605242" y="6402388"/>
            <a:ext cx="1106592" cy="228600"/>
          </a:xfrm>
          <a:prstGeom prst="roundRect">
            <a:avLst/>
          </a:prstGeom>
          <a:solidFill>
            <a:srgbClr val="FFFFFF">
              <a:lumMod val="95000"/>
            </a:srgbClr>
          </a:solidFill>
          <a:ln w="3175">
            <a:solidFill>
              <a:srgbClr val="000000">
                <a:lumMod val="50000"/>
                <a:lumOff val="50000"/>
              </a:srgbClr>
            </a:solidFill>
          </a:ln>
          <a:effectLst/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wrap="square" lIns="91440" tIns="0" rIns="91440" bIns="9144" rtlCol="0" anchor="ctr">
            <a:no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Segoe UI" pitchFamily="34" charset="0"/>
                <a:cs typeface="Segoe UI" pitchFamily="34" charset="0"/>
              </a:rPr>
              <a:t>Save</a:t>
            </a:r>
          </a:p>
        </p:txBody>
      </p:sp>
      <p:grpSp>
        <p:nvGrpSpPr>
          <p:cNvPr id="137" name="StickyNote"/>
          <p:cNvGrpSpPr/>
          <p:nvPr>
            <p:custDataLst>
              <p:custData r:id="rId41"/>
            </p:custDataLst>
          </p:nvPr>
        </p:nvGrpSpPr>
        <p:grpSpPr>
          <a:xfrm>
            <a:off x="352425" y="2729026"/>
            <a:ext cx="1371600" cy="1485673"/>
            <a:chOff x="3886200" y="2629127"/>
            <a:chExt cx="1371600" cy="1485673"/>
          </a:xfrm>
        </p:grpSpPr>
        <p:sp>
          <p:nvSpPr>
            <p:cNvPr id="138" name="Content"/>
            <p:cNvSpPr/>
            <p:nvPr/>
          </p:nvSpPr>
          <p:spPr>
            <a:xfrm>
              <a:off x="3886200" y="2743200"/>
              <a:ext cx="1371600" cy="1371600"/>
            </a:xfrm>
            <a:prstGeom prst="rect">
              <a:avLst/>
            </a:prstGeom>
            <a:gradFill>
              <a:gsLst>
                <a:gs pos="100000">
                  <a:srgbClr val="FFFF89"/>
                </a:gs>
                <a:gs pos="0">
                  <a:srgbClr val="FFFF99"/>
                </a:gs>
              </a:gsLst>
              <a:lin ang="5400000" scaled="0"/>
            </a:gradFill>
            <a:ln w="3175">
              <a:solidFill>
                <a:srgbClr val="FFFFFF">
                  <a:lumMod val="50000"/>
                </a:srgbClr>
              </a:solidFill>
            </a:ln>
            <a:effectLst/>
          </p:spPr>
          <p:style>
            <a:lnRef idx="2">
              <a:srgbClr val="4F81BD">
                <a:shade val="50000"/>
              </a:srgbClr>
            </a:lnRef>
            <a:fillRef idx="1">
              <a:srgbClr val="4F81BD"/>
            </a:fillRef>
            <a:effectRef idx="0">
              <a:srgbClr val="4F81BD"/>
            </a:effectRef>
            <a:fontRef idx="minor">
              <a:srgbClr val="000000"/>
            </a:fontRef>
          </p:style>
          <p:txBody>
            <a:bodyPr lIns="91440" tIns="137160" rIns="91440" bIns="45720" rtlCol="0" anchor="t" anchorCtr="0">
              <a:normAutofit/>
            </a:bodyPr>
            <a:lstStyle/>
            <a:p>
              <a:r>
                <a:rPr lang="en-US" sz="1200" dirty="0">
                  <a:solidFill>
                    <a:sysClr val="windowText" lastClr="000000"/>
                  </a:solidFill>
                  <a:latin typeface="Segoe UI" pitchFamily="34" charset="0"/>
                  <a:cs typeface="Segoe UI" pitchFamily="34" charset="0"/>
                </a:rPr>
                <a:t>Create / Edit Screen.  View will be a similar layout without textboxes</a:t>
              </a:r>
            </a:p>
          </p:txBody>
        </p:sp>
        <p:sp>
          <p:nvSpPr>
            <p:cNvPr id="139" name="Tape"/>
            <p:cNvSpPr/>
            <p:nvPr/>
          </p:nvSpPr>
          <p:spPr>
            <a:xfrm rot="401918">
              <a:off x="4290086" y="2629127"/>
              <a:ext cx="563828" cy="215444"/>
            </a:xfrm>
            <a:prstGeom prst="rect">
              <a:avLst/>
            </a:prstGeom>
            <a:solidFill>
              <a:srgbClr val="C00000"/>
            </a:solidFill>
            <a:ln w="31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4572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7146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>
            <p:custDataLst>
              <p:custData r:id="rId1"/>
            </p:custDataLst>
          </p:nvPr>
        </p:nvSpPr>
        <p:spPr>
          <a:xfrm>
            <a:off x="239747" y="1092671"/>
            <a:ext cx="1180131" cy="249299"/>
          </a:xfrm>
          <a:prstGeom prst="rect">
            <a:avLst/>
          </a:prstGeom>
          <a:noFill/>
        </p:spPr>
        <p:txBody>
          <a:bodyPr wrap="none" lIns="91440" tIns="18288" rIns="91440" bIns="45720" rtlCol="0" anchor="ctr" anchorCtr="0">
            <a:spAutoFit/>
          </a:bodyPr>
          <a:lstStyle/>
          <a:p>
            <a:r>
              <a:rPr lang="en-US" sz="12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Comic Sans MS" panose="030F0702030302020204" pitchFamily="66" charset="0"/>
                <a:ea typeface="Segoe UI" pitchFamily="34" charset="0"/>
                <a:cs typeface="Segoe UI" pitchFamily="34" charset="0"/>
              </a:rPr>
              <a:t>Injury Report</a:t>
            </a:r>
          </a:p>
        </p:txBody>
      </p:sp>
      <p:sp>
        <p:nvSpPr>
          <p:cNvPr id="12" name="Content"/>
          <p:cNvSpPr txBox="1"/>
          <p:nvPr>
            <p:custDataLst>
              <p:custData r:id="rId2"/>
            </p:custDataLst>
          </p:nvPr>
        </p:nvSpPr>
        <p:spPr>
          <a:xfrm>
            <a:off x="631113" y="1968334"/>
            <a:ext cx="1774588" cy="249299"/>
          </a:xfrm>
          <a:prstGeom prst="rect">
            <a:avLst/>
          </a:prstGeom>
          <a:noFill/>
        </p:spPr>
        <p:txBody>
          <a:bodyPr wrap="none" lIns="91440" tIns="18288" rIns="91440" bIns="45720" rtlCol="0" anchor="ctr" anchorCtr="0">
            <a:spAutoFit/>
          </a:bodyPr>
          <a:lstStyle/>
          <a:p>
            <a:r>
              <a:rPr lang="en-US" sz="1200" b="1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Segoe UI" pitchFamily="34" charset="0"/>
                <a:ea typeface="Segoe UI" pitchFamily="34" charset="0"/>
                <a:cs typeface="Segoe UI" pitchFamily="34" charset="0"/>
              </a:rPr>
              <a:t>Injury </a:t>
            </a:r>
            <a:r>
              <a:rPr lang="en-US" sz="1200" b="1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Comic Sans MS" panose="030F0702030302020204" pitchFamily="66" charset="0"/>
                <a:ea typeface="Segoe UI" pitchFamily="34" charset="0"/>
                <a:cs typeface="Segoe UI" pitchFamily="34" charset="0"/>
              </a:rPr>
              <a:t>Report</a:t>
            </a:r>
            <a:r>
              <a:rPr lang="en-US" sz="1200" b="1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Segoe UI" pitchFamily="34" charset="0"/>
                <a:ea typeface="Segoe UI" pitchFamily="34" charset="0"/>
                <a:cs typeface="Segoe UI" pitchFamily="34" charset="0"/>
              </a:rPr>
              <a:t> Settings</a:t>
            </a:r>
          </a:p>
        </p:txBody>
      </p:sp>
      <p:sp>
        <p:nvSpPr>
          <p:cNvPr id="13" name="Content"/>
          <p:cNvSpPr txBox="1"/>
          <p:nvPr>
            <p:custDataLst>
              <p:custData r:id="rId3"/>
            </p:custDataLst>
          </p:nvPr>
        </p:nvSpPr>
        <p:spPr>
          <a:xfrm>
            <a:off x="570984" y="1526696"/>
            <a:ext cx="673582" cy="249299"/>
          </a:xfrm>
          <a:prstGeom prst="rect">
            <a:avLst/>
          </a:prstGeom>
          <a:noFill/>
        </p:spPr>
        <p:txBody>
          <a:bodyPr wrap="none" lIns="91440" tIns="18288" rIns="91440" bIns="45720" rtlCol="0" anchor="ctr" anchorCtr="0">
            <a:spAutoFit/>
          </a:bodyPr>
          <a:lstStyle/>
          <a:p>
            <a:r>
              <a:rPr lang="en-US" sz="12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Comic Sans MS" panose="030F0702030302020204" pitchFamily="66" charset="0"/>
                <a:ea typeface="Segoe UI" pitchFamily="34" charset="0"/>
                <a:cs typeface="Segoe UI" pitchFamily="34" charset="0"/>
              </a:rPr>
              <a:t>Report</a:t>
            </a:r>
          </a:p>
        </p:txBody>
      </p:sp>
      <p:sp>
        <p:nvSpPr>
          <p:cNvPr id="14" name="Content"/>
          <p:cNvSpPr txBox="1"/>
          <p:nvPr>
            <p:custDataLst>
              <p:custData r:id="rId4"/>
            </p:custDataLst>
          </p:nvPr>
        </p:nvSpPr>
        <p:spPr>
          <a:xfrm>
            <a:off x="2425964" y="717588"/>
            <a:ext cx="5963434" cy="341632"/>
          </a:xfrm>
          <a:prstGeom prst="rect">
            <a:avLst/>
          </a:prstGeom>
          <a:noFill/>
        </p:spPr>
        <p:txBody>
          <a:bodyPr wrap="square" lIns="91440" tIns="18288" rIns="91440" bIns="45720" rtlCol="0" anchor="ctr" anchorCtr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  <a:ea typeface="Segoe UI" pitchFamily="34" charset="0"/>
                <a:cs typeface="Segoe UI" pitchFamily="34" charset="0"/>
              </a:rPr>
              <a:t>Injury Report </a:t>
            </a:r>
            <a:r>
              <a:rPr lang="en-US" dirty="0">
                <a:solidFill>
                  <a:srgbClr val="000000"/>
                </a:solidFill>
                <a:latin typeface="Comic Sans MS" panose="030F0702030302020204" pitchFamily="66" charset="0"/>
                <a:ea typeface="Segoe UI" pitchFamily="34" charset="0"/>
                <a:cs typeface="Segoe UI" pitchFamily="34" charset="0"/>
              </a:rPr>
              <a:t>&gt; </a:t>
            </a:r>
            <a:r>
              <a:rPr lang="en-US" dirty="0">
                <a:solidFill>
                  <a:srgbClr val="0070C0"/>
                </a:solidFill>
                <a:latin typeface="Comic Sans MS" panose="030F0702030302020204" pitchFamily="66" charset="0"/>
                <a:ea typeface="Segoe UI" pitchFamily="34" charset="0"/>
                <a:cs typeface="Segoe UI" pitchFamily="34" charset="0"/>
              </a:rPr>
              <a:t>Settings</a:t>
            </a:r>
            <a:endParaRPr lang="en-US" dirty="0">
              <a:solidFill>
                <a:srgbClr val="000000"/>
              </a:solidFill>
              <a:latin typeface="Comic Sans MS" panose="030F0702030302020204" pitchFamily="66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5" name="Picture 2" descr="C:\Users\t-dantay\Documents\Placeholders\setting.png"/>
          <p:cNvPicPr>
            <a:picLocks noChangeAspect="1" noChangeArrowheads="1"/>
          </p:cNvPicPr>
          <p:nvPr>
            <p:custDataLst>
              <p:custData r:id="rId5"/>
            </p:custDataLst>
          </p:nvPr>
        </p:nvPicPr>
        <p:blipFill rotWithShape="1"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80" r="35484"/>
          <a:stretch/>
        </p:blipFill>
        <p:spPr bwMode="auto">
          <a:xfrm>
            <a:off x="355365" y="1968334"/>
            <a:ext cx="227283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Users\t-dantay\Documents\First24\error1.png"/>
          <p:cNvPicPr>
            <a:picLocks noChangeAspect="1" noChangeArrowheads="1"/>
          </p:cNvPicPr>
          <p:nvPr>
            <p:custDataLst>
              <p:custData r:id="rId6"/>
            </p:custDataLst>
          </p:nvPr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100000">
            <a:off x="355168" y="1507663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" name="Straight Connector 28"/>
          <p:cNvCxnSpPr/>
          <p:nvPr/>
        </p:nvCxnSpPr>
        <p:spPr>
          <a:xfrm flipV="1">
            <a:off x="2320743" y="1059220"/>
            <a:ext cx="9655234" cy="334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ontent"/>
          <p:cNvSpPr txBox="1"/>
          <p:nvPr>
            <p:custDataLst>
              <p:custData r:id="rId7"/>
            </p:custDataLst>
          </p:nvPr>
        </p:nvSpPr>
        <p:spPr>
          <a:xfrm>
            <a:off x="2650106" y="2657597"/>
            <a:ext cx="911981" cy="230832"/>
          </a:xfrm>
          <a:prstGeom prst="rect">
            <a:avLst/>
          </a:prstGeom>
          <a:noFill/>
        </p:spPr>
        <p:txBody>
          <a:bodyPr wrap="none" lIns="91440" tIns="18288" rIns="91440" bIns="27432" rtlCol="0" anchor="ctr" anchorCtr="0">
            <a:spAutoFit/>
          </a:bodyPr>
          <a:lstStyle/>
          <a:p>
            <a:pPr algn="r"/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Body Area:</a:t>
            </a:r>
          </a:p>
        </p:txBody>
      </p:sp>
      <p:sp>
        <p:nvSpPr>
          <p:cNvPr id="47" name="Content"/>
          <p:cNvSpPr txBox="1"/>
          <p:nvPr>
            <p:custDataLst>
              <p:custData r:id="rId8"/>
            </p:custDataLst>
          </p:nvPr>
        </p:nvSpPr>
        <p:spPr>
          <a:xfrm>
            <a:off x="2490308" y="3187338"/>
            <a:ext cx="1070229" cy="230832"/>
          </a:xfrm>
          <a:prstGeom prst="rect">
            <a:avLst/>
          </a:prstGeom>
          <a:noFill/>
        </p:spPr>
        <p:txBody>
          <a:bodyPr wrap="none" lIns="91440" tIns="18288" rIns="91440" bIns="27432" rtlCol="0" anchor="ctr" anchorCtr="0">
            <a:spAutoFit/>
          </a:bodyPr>
          <a:lstStyle/>
          <a:p>
            <a:pPr algn="r"/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Wound Type:</a:t>
            </a:r>
          </a:p>
        </p:txBody>
      </p:sp>
      <p:sp>
        <p:nvSpPr>
          <p:cNvPr id="64" name="Content"/>
          <p:cNvSpPr txBox="1"/>
          <p:nvPr>
            <p:custDataLst>
              <p:custData r:id="rId9"/>
            </p:custDataLst>
          </p:nvPr>
        </p:nvSpPr>
        <p:spPr>
          <a:xfrm>
            <a:off x="2258809" y="3717079"/>
            <a:ext cx="1331968" cy="230832"/>
          </a:xfrm>
          <a:prstGeom prst="rect">
            <a:avLst/>
          </a:prstGeom>
          <a:noFill/>
        </p:spPr>
        <p:txBody>
          <a:bodyPr wrap="none" lIns="91440" tIns="18288" rIns="91440" bIns="27432" rtlCol="0" anchor="ctr" anchorCtr="0">
            <a:spAutoFit/>
          </a:bodyPr>
          <a:lstStyle/>
          <a:p>
            <a:pPr algn="r"/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Wound Location:</a:t>
            </a:r>
          </a:p>
        </p:txBody>
      </p:sp>
      <p:sp>
        <p:nvSpPr>
          <p:cNvPr id="136" name="Content"/>
          <p:cNvSpPr/>
          <p:nvPr>
            <p:custDataLst>
              <p:custData r:id="rId10"/>
            </p:custDataLst>
          </p:nvPr>
        </p:nvSpPr>
        <p:spPr>
          <a:xfrm>
            <a:off x="10605242" y="6402388"/>
            <a:ext cx="1106592" cy="228600"/>
          </a:xfrm>
          <a:prstGeom prst="roundRect">
            <a:avLst/>
          </a:prstGeom>
          <a:solidFill>
            <a:srgbClr val="FFFFFF">
              <a:lumMod val="95000"/>
            </a:srgbClr>
          </a:solidFill>
          <a:ln w="3175">
            <a:solidFill>
              <a:srgbClr val="000000">
                <a:lumMod val="50000"/>
                <a:lumOff val="50000"/>
              </a:srgbClr>
            </a:solidFill>
          </a:ln>
          <a:effectLst/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wrap="square" lIns="91440" tIns="0" rIns="91440" bIns="9144" rtlCol="0" anchor="ctr">
            <a:no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Segoe UI" pitchFamily="34" charset="0"/>
                <a:cs typeface="Segoe UI" pitchFamily="34" charset="0"/>
              </a:rPr>
              <a:t>Save</a:t>
            </a:r>
          </a:p>
        </p:txBody>
      </p:sp>
      <p:grpSp>
        <p:nvGrpSpPr>
          <p:cNvPr id="137" name="StickyNote"/>
          <p:cNvGrpSpPr/>
          <p:nvPr>
            <p:custDataLst>
              <p:custData r:id="rId11"/>
            </p:custDataLst>
          </p:nvPr>
        </p:nvGrpSpPr>
        <p:grpSpPr>
          <a:xfrm>
            <a:off x="352425" y="2729026"/>
            <a:ext cx="1371600" cy="1485673"/>
            <a:chOff x="3886200" y="2629127"/>
            <a:chExt cx="1371600" cy="1485673"/>
          </a:xfrm>
        </p:grpSpPr>
        <p:sp>
          <p:nvSpPr>
            <p:cNvPr id="138" name="Content"/>
            <p:cNvSpPr/>
            <p:nvPr/>
          </p:nvSpPr>
          <p:spPr>
            <a:xfrm>
              <a:off x="3886200" y="2743200"/>
              <a:ext cx="1371600" cy="1371600"/>
            </a:xfrm>
            <a:prstGeom prst="rect">
              <a:avLst/>
            </a:prstGeom>
            <a:gradFill>
              <a:gsLst>
                <a:gs pos="100000">
                  <a:srgbClr val="FFFF89"/>
                </a:gs>
                <a:gs pos="0">
                  <a:srgbClr val="FFFF99"/>
                </a:gs>
              </a:gsLst>
              <a:lin ang="5400000" scaled="0"/>
            </a:gradFill>
            <a:ln w="3175">
              <a:solidFill>
                <a:srgbClr val="FFFFFF">
                  <a:lumMod val="50000"/>
                </a:srgbClr>
              </a:solidFill>
            </a:ln>
            <a:effectLst/>
          </p:spPr>
          <p:style>
            <a:lnRef idx="2">
              <a:srgbClr val="4F81BD">
                <a:shade val="50000"/>
              </a:srgbClr>
            </a:lnRef>
            <a:fillRef idx="1">
              <a:srgbClr val="4F81BD"/>
            </a:fillRef>
            <a:effectRef idx="0">
              <a:srgbClr val="4F81BD"/>
            </a:effectRef>
            <a:fontRef idx="minor">
              <a:srgbClr val="000000"/>
            </a:fontRef>
          </p:style>
          <p:txBody>
            <a:bodyPr lIns="91440" tIns="137160" rIns="91440" bIns="45720" rtlCol="0" anchor="t" anchorCtr="0">
              <a:normAutofit/>
            </a:bodyPr>
            <a:lstStyle/>
            <a:p>
              <a:r>
                <a:rPr lang="en-US" sz="1200" dirty="0">
                  <a:solidFill>
                    <a:sysClr val="windowText" lastClr="000000"/>
                  </a:solidFill>
                  <a:latin typeface="Segoe UI" pitchFamily="34" charset="0"/>
                  <a:cs typeface="Segoe UI" pitchFamily="34" charset="0"/>
                </a:rPr>
                <a:t>Settings Screen.  View will be a similar layout without textboxes</a:t>
              </a:r>
            </a:p>
          </p:txBody>
        </p:sp>
        <p:sp>
          <p:nvSpPr>
            <p:cNvPr id="139" name="Tape"/>
            <p:cNvSpPr/>
            <p:nvPr/>
          </p:nvSpPr>
          <p:spPr>
            <a:xfrm rot="401918">
              <a:off x="4290086" y="2629127"/>
              <a:ext cx="563828" cy="215444"/>
            </a:xfrm>
            <a:prstGeom prst="rect">
              <a:avLst/>
            </a:prstGeom>
            <a:solidFill>
              <a:srgbClr val="C00000"/>
            </a:solidFill>
            <a:ln w="31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4572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45" name="Content">
            <a:extLst>
              <a:ext uri="{FF2B5EF4-FFF2-40B4-BE49-F238E27FC236}">
                <a16:creationId xmlns:a16="http://schemas.microsoft.com/office/drawing/2014/main" id="{DE5847F1-C67A-47C5-B06B-6AC8057AC2AA}"/>
              </a:ext>
            </a:extLst>
          </p:cNvPr>
          <p:cNvSpPr/>
          <p:nvPr>
            <p:custDataLst>
              <p:custData r:id="rId12"/>
            </p:custDataLst>
          </p:nvPr>
        </p:nvSpPr>
        <p:spPr>
          <a:xfrm>
            <a:off x="3535702" y="2599952"/>
            <a:ext cx="1936170" cy="317366"/>
          </a:xfrm>
          <a:prstGeom prst="rect">
            <a:avLst/>
          </a:prstGeom>
          <a:solidFill>
            <a:sysClr val="window" lastClr="FFFFFF"/>
          </a:solidFill>
          <a:ln w="3175">
            <a:solidFill>
              <a:srgbClr val="000000">
                <a:lumMod val="50000"/>
                <a:lumOff val="50000"/>
              </a:srgbClr>
            </a:solidFill>
          </a:ln>
          <a:effectLst/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wrap="none" lIns="45720" tIns="18288" rIns="45720" bIns="18288" rtlCol="0" anchor="ctr">
            <a:no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Segoe UI" pitchFamily="34" charset="0"/>
                <a:cs typeface="Segoe UI" pitchFamily="34" charset="0"/>
              </a:rPr>
              <a:t>Face</a:t>
            </a:r>
          </a:p>
        </p:txBody>
      </p:sp>
      <p:sp>
        <p:nvSpPr>
          <p:cNvPr id="146" name="Content">
            <a:extLst>
              <a:ext uri="{FF2B5EF4-FFF2-40B4-BE49-F238E27FC236}">
                <a16:creationId xmlns:a16="http://schemas.microsoft.com/office/drawing/2014/main" id="{01173518-0FED-430C-9BA7-DD8F043069D0}"/>
              </a:ext>
            </a:extLst>
          </p:cNvPr>
          <p:cNvSpPr/>
          <p:nvPr>
            <p:custDataLst>
              <p:custData r:id="rId13"/>
            </p:custDataLst>
          </p:nvPr>
        </p:nvSpPr>
        <p:spPr>
          <a:xfrm>
            <a:off x="3535702" y="3114147"/>
            <a:ext cx="1936170" cy="317366"/>
          </a:xfrm>
          <a:prstGeom prst="rect">
            <a:avLst/>
          </a:prstGeom>
          <a:solidFill>
            <a:sysClr val="window" lastClr="FFFFFF"/>
          </a:solidFill>
          <a:ln w="3175">
            <a:solidFill>
              <a:srgbClr val="000000">
                <a:lumMod val="50000"/>
                <a:lumOff val="50000"/>
              </a:srgbClr>
            </a:solidFill>
          </a:ln>
          <a:effectLst/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wrap="none" lIns="45720" tIns="18288" rIns="45720" bIns="18288" rtlCol="0" anchor="ctr">
            <a:no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Segoe UI" pitchFamily="34" charset="0"/>
                <a:cs typeface="Segoe UI" pitchFamily="34" charset="0"/>
              </a:rPr>
              <a:t>Swelling</a:t>
            </a:r>
          </a:p>
        </p:txBody>
      </p:sp>
      <p:sp>
        <p:nvSpPr>
          <p:cNvPr id="147" name="Content">
            <a:extLst>
              <a:ext uri="{FF2B5EF4-FFF2-40B4-BE49-F238E27FC236}">
                <a16:creationId xmlns:a16="http://schemas.microsoft.com/office/drawing/2014/main" id="{56BFB4F2-3DED-430A-B8F9-E8A72110E6A8}"/>
              </a:ext>
            </a:extLst>
          </p:cNvPr>
          <p:cNvSpPr/>
          <p:nvPr>
            <p:custDataLst>
              <p:custData r:id="rId14"/>
            </p:custDataLst>
          </p:nvPr>
        </p:nvSpPr>
        <p:spPr>
          <a:xfrm>
            <a:off x="3535702" y="3635621"/>
            <a:ext cx="1936170" cy="317366"/>
          </a:xfrm>
          <a:prstGeom prst="rect">
            <a:avLst/>
          </a:prstGeom>
          <a:solidFill>
            <a:sysClr val="window" lastClr="FFFFFF"/>
          </a:solidFill>
          <a:ln w="3175">
            <a:solidFill>
              <a:srgbClr val="000000">
                <a:lumMod val="50000"/>
                <a:lumOff val="50000"/>
              </a:srgbClr>
            </a:solidFill>
          </a:ln>
          <a:effectLst/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wrap="none" lIns="45720" tIns="18288" rIns="45720" bIns="18288" rtlCol="0" anchor="ctr">
            <a:noAutofit/>
          </a:bodyPr>
          <a:lstStyle/>
          <a:p>
            <a:r>
              <a:rPr lang="en-US" sz="1200" dirty="0">
                <a:latin typeface="Segoe UI" pitchFamily="34" charset="0"/>
                <a:cs typeface="Segoe UI" pitchFamily="34" charset="0"/>
              </a:rPr>
              <a:t>cheek</a:t>
            </a:r>
            <a:endParaRPr lang="en-US" sz="1200" dirty="0">
              <a:solidFill>
                <a:srgbClr val="000000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149" name="Content">
            <a:extLst>
              <a:ext uri="{FF2B5EF4-FFF2-40B4-BE49-F238E27FC236}">
                <a16:creationId xmlns:a16="http://schemas.microsoft.com/office/drawing/2014/main" id="{38B3866B-980A-4AC1-B0ED-4D9897D067E9}"/>
              </a:ext>
            </a:extLst>
          </p:cNvPr>
          <p:cNvSpPr txBox="1"/>
          <p:nvPr>
            <p:custDataLst>
              <p:custData r:id="rId15"/>
            </p:custDataLst>
          </p:nvPr>
        </p:nvSpPr>
        <p:spPr>
          <a:xfrm>
            <a:off x="5708955" y="2660252"/>
            <a:ext cx="1599027" cy="230832"/>
          </a:xfrm>
          <a:prstGeom prst="rect">
            <a:avLst/>
          </a:prstGeom>
          <a:noFill/>
        </p:spPr>
        <p:txBody>
          <a:bodyPr wrap="none" lIns="91440" tIns="18288" rIns="91440" bIns="27432" rtlCol="0" anchor="ctr" anchorCtr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“Arm” or “Right Arm”</a:t>
            </a:r>
          </a:p>
        </p:txBody>
      </p:sp>
      <p:sp>
        <p:nvSpPr>
          <p:cNvPr id="150" name="Content">
            <a:extLst>
              <a:ext uri="{FF2B5EF4-FFF2-40B4-BE49-F238E27FC236}">
                <a16:creationId xmlns:a16="http://schemas.microsoft.com/office/drawing/2014/main" id="{09731FEF-5990-4CD1-89BD-49C8015BE3B7}"/>
              </a:ext>
            </a:extLst>
          </p:cNvPr>
          <p:cNvSpPr txBox="1"/>
          <p:nvPr>
            <p:custDataLst>
              <p:custData r:id="rId16"/>
            </p:custDataLst>
          </p:nvPr>
        </p:nvSpPr>
        <p:spPr>
          <a:xfrm>
            <a:off x="5708138" y="3196629"/>
            <a:ext cx="994375" cy="230832"/>
          </a:xfrm>
          <a:prstGeom prst="rect">
            <a:avLst/>
          </a:prstGeom>
          <a:noFill/>
        </p:spPr>
        <p:txBody>
          <a:bodyPr wrap="square" lIns="91440" tIns="18288" rIns="91440" bIns="27432" rtlCol="0" anchor="ctr" anchorCtr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“Laceration”</a:t>
            </a:r>
          </a:p>
        </p:txBody>
      </p:sp>
      <p:sp>
        <p:nvSpPr>
          <p:cNvPr id="151" name="Content">
            <a:extLst>
              <a:ext uri="{FF2B5EF4-FFF2-40B4-BE49-F238E27FC236}">
                <a16:creationId xmlns:a16="http://schemas.microsoft.com/office/drawing/2014/main" id="{B81C3FC5-07A2-4D7B-9DD4-41A6CA154FFB}"/>
              </a:ext>
            </a:extLst>
          </p:cNvPr>
          <p:cNvSpPr txBox="1"/>
          <p:nvPr>
            <p:custDataLst>
              <p:custData r:id="rId17"/>
            </p:custDataLst>
          </p:nvPr>
        </p:nvSpPr>
        <p:spPr>
          <a:xfrm>
            <a:off x="5681536" y="3697041"/>
            <a:ext cx="1856598" cy="230832"/>
          </a:xfrm>
          <a:prstGeom prst="rect">
            <a:avLst/>
          </a:prstGeom>
          <a:noFill/>
        </p:spPr>
        <p:txBody>
          <a:bodyPr wrap="none" lIns="91440" tIns="18288" rIns="91440" bIns="27432" rtlCol="0" anchor="ctr" anchorCtr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“Elbow” or “Right Elbow”</a:t>
            </a:r>
          </a:p>
        </p:txBody>
      </p:sp>
      <p:grpSp>
        <p:nvGrpSpPr>
          <p:cNvPr id="171" name="StickyNote">
            <a:extLst>
              <a:ext uri="{FF2B5EF4-FFF2-40B4-BE49-F238E27FC236}">
                <a16:creationId xmlns:a16="http://schemas.microsoft.com/office/drawing/2014/main" id="{C85D8283-1F4B-40C6-A847-7676169FBF51}"/>
              </a:ext>
            </a:extLst>
          </p:cNvPr>
          <p:cNvGrpSpPr/>
          <p:nvPr>
            <p:custDataLst>
              <p:custData r:id="rId18"/>
            </p:custDataLst>
          </p:nvPr>
        </p:nvGrpSpPr>
        <p:grpSpPr>
          <a:xfrm>
            <a:off x="8021178" y="1377872"/>
            <a:ext cx="3299987" cy="1222080"/>
            <a:chOff x="4288312" y="604144"/>
            <a:chExt cx="1371600" cy="1538692"/>
          </a:xfrm>
        </p:grpSpPr>
        <p:sp>
          <p:nvSpPr>
            <p:cNvPr id="172" name="Content">
              <a:extLst>
                <a:ext uri="{FF2B5EF4-FFF2-40B4-BE49-F238E27FC236}">
                  <a16:creationId xmlns:a16="http://schemas.microsoft.com/office/drawing/2014/main" id="{5C52BC6C-1BCF-4DBD-8D71-5A2B1C67A1CC}"/>
                </a:ext>
              </a:extLst>
            </p:cNvPr>
            <p:cNvSpPr/>
            <p:nvPr/>
          </p:nvSpPr>
          <p:spPr>
            <a:xfrm>
              <a:off x="4288312" y="771236"/>
              <a:ext cx="1371600" cy="1371600"/>
            </a:xfrm>
            <a:prstGeom prst="rect">
              <a:avLst/>
            </a:prstGeom>
            <a:gradFill>
              <a:gsLst>
                <a:gs pos="100000">
                  <a:srgbClr val="FFFF89"/>
                </a:gs>
                <a:gs pos="0">
                  <a:srgbClr val="FFFF99"/>
                </a:gs>
              </a:gsLst>
              <a:lin ang="5400000" scaled="0"/>
            </a:gradFill>
            <a:ln w="3175">
              <a:solidFill>
                <a:srgbClr val="FFFFFF">
                  <a:lumMod val="50000"/>
                </a:srgbClr>
              </a:solidFill>
            </a:ln>
            <a:effectLst/>
          </p:spPr>
          <p:style>
            <a:lnRef idx="2">
              <a:srgbClr val="4F81BD">
                <a:shade val="50000"/>
              </a:srgbClr>
            </a:lnRef>
            <a:fillRef idx="1">
              <a:srgbClr val="4F81BD"/>
            </a:fillRef>
            <a:effectRef idx="0">
              <a:srgbClr val="4F81BD"/>
            </a:effectRef>
            <a:fontRef idx="minor">
              <a:srgbClr val="000000"/>
            </a:fontRef>
          </p:style>
          <p:txBody>
            <a:bodyPr lIns="91440" tIns="137160" rIns="91440" bIns="45720" rtlCol="0" anchor="t" anchorCtr="0">
              <a:normAutofit/>
            </a:bodyPr>
            <a:lstStyle/>
            <a:p>
              <a:r>
                <a:rPr lang="en-US" sz="1200" i="1" dirty="0">
                  <a:solidFill>
                    <a:sysClr val="windowText" lastClr="000000"/>
                  </a:solidFill>
                  <a:latin typeface="Segoe UI" pitchFamily="34" charset="0"/>
                  <a:cs typeface="Segoe UI" pitchFamily="34" charset="0"/>
                </a:rPr>
                <a:t>Question:</a:t>
              </a:r>
            </a:p>
            <a:p>
              <a:r>
                <a:rPr lang="en-US" sz="1200" dirty="0">
                  <a:solidFill>
                    <a:sysClr val="windowText" lastClr="000000"/>
                  </a:solidFill>
                  <a:latin typeface="Segoe UI" pitchFamily="34" charset="0"/>
                  <a:cs typeface="Segoe UI" pitchFamily="34" charset="0"/>
                </a:rPr>
                <a:t>Could different sites have a separate injury listing requirements?</a:t>
              </a:r>
            </a:p>
          </p:txBody>
        </p:sp>
        <p:sp>
          <p:nvSpPr>
            <p:cNvPr id="173" name="Tape">
              <a:extLst>
                <a:ext uri="{FF2B5EF4-FFF2-40B4-BE49-F238E27FC236}">
                  <a16:creationId xmlns:a16="http://schemas.microsoft.com/office/drawing/2014/main" id="{D125BB6E-9F76-4DAF-BB9A-086D13484ADC}"/>
                </a:ext>
              </a:extLst>
            </p:cNvPr>
            <p:cNvSpPr/>
            <p:nvPr/>
          </p:nvSpPr>
          <p:spPr>
            <a:xfrm rot="401918">
              <a:off x="4692198" y="604144"/>
              <a:ext cx="563828" cy="215444"/>
            </a:xfrm>
            <a:prstGeom prst="rect">
              <a:avLst/>
            </a:prstGeom>
            <a:solidFill>
              <a:srgbClr val="C00000"/>
            </a:solidFill>
            <a:ln w="31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4572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grpSp>
        <p:nvGrpSpPr>
          <p:cNvPr id="177" name="List">
            <a:extLst>
              <a:ext uri="{FF2B5EF4-FFF2-40B4-BE49-F238E27FC236}">
                <a16:creationId xmlns:a16="http://schemas.microsoft.com/office/drawing/2014/main" id="{71E7E894-834D-4000-A018-F85936E83C0A}"/>
              </a:ext>
            </a:extLst>
          </p:cNvPr>
          <p:cNvGrpSpPr/>
          <p:nvPr>
            <p:custDataLst>
              <p:custData r:id="rId19"/>
            </p:custDataLst>
          </p:nvPr>
        </p:nvGrpSpPr>
        <p:grpSpPr>
          <a:xfrm>
            <a:off x="3590777" y="4533089"/>
            <a:ext cx="1021103" cy="1908774"/>
            <a:chOff x="4610405" y="3047458"/>
            <a:chExt cx="1651415" cy="1533690"/>
          </a:xfrm>
        </p:grpSpPr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EE8EB58E-80F1-40C3-A33F-AE6B6C259287}"/>
                </a:ext>
              </a:extLst>
            </p:cNvPr>
            <p:cNvGrpSpPr/>
            <p:nvPr/>
          </p:nvGrpSpPr>
          <p:grpSpPr>
            <a:xfrm>
              <a:off x="4610405" y="3047458"/>
              <a:ext cx="1651415" cy="1533690"/>
              <a:chOff x="4648810" y="3359442"/>
              <a:chExt cx="713680" cy="756306"/>
            </a:xfrm>
          </p:grpSpPr>
          <p:sp>
            <p:nvSpPr>
              <p:cNvPr id="184" name="Background">
                <a:extLst>
                  <a:ext uri="{FF2B5EF4-FFF2-40B4-BE49-F238E27FC236}">
                    <a16:creationId xmlns:a16="http://schemas.microsoft.com/office/drawing/2014/main" id="{A138AA0D-8BBD-4161-B886-F17624E53F5E}"/>
                  </a:ext>
                </a:extLst>
              </p:cNvPr>
              <p:cNvSpPr/>
              <p:nvPr/>
            </p:nvSpPr>
            <p:spPr>
              <a:xfrm>
                <a:off x="4648810" y="3359442"/>
                <a:ext cx="713680" cy="756306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45720" tIns="0" rIns="9144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85" name="Content">
                <a:extLst>
                  <a:ext uri="{FF2B5EF4-FFF2-40B4-BE49-F238E27FC236}">
                    <a16:creationId xmlns:a16="http://schemas.microsoft.com/office/drawing/2014/main" id="{FC44B2F2-74ED-4238-B63A-204DF0320B91}"/>
                  </a:ext>
                </a:extLst>
              </p:cNvPr>
              <p:cNvSpPr/>
              <p:nvPr/>
            </p:nvSpPr>
            <p:spPr>
              <a:xfrm>
                <a:off x="4648810" y="3359442"/>
                <a:ext cx="713680" cy="665842"/>
              </a:xfrm>
              <a:prstGeom prst="rect">
                <a:avLst/>
              </a:prstGeom>
              <a:noFill/>
              <a:ln w="3175">
                <a:noFill/>
              </a:ln>
              <a:effectLst/>
            </p:spPr>
            <p:style>
              <a:lnRef idx="2">
                <a:srgbClr val="4F81BD">
                  <a:shade val="50000"/>
                </a:srgbClr>
              </a:lnRef>
              <a:fillRef idx="1">
                <a:srgbClr val="4F81BD"/>
              </a:fillRef>
              <a:effectRef idx="0">
                <a:srgbClr val="4F81BD"/>
              </a:effectRef>
              <a:fontRef idx="minor">
                <a:srgbClr val="000000"/>
              </a:fontRef>
            </p:style>
            <p:txBody>
              <a:bodyPr lIns="45720" tIns="0" rIns="0" bIns="18288" rtlCol="0" anchor="t" anchorCtr="0">
                <a:spAutoFit/>
              </a:bodyPr>
              <a:lstStyle/>
              <a:p>
                <a:r>
                  <a:rPr lang="en-US" sz="1200" dirty="0">
                    <a:solidFill>
                      <a:sysClr val="windowText" lastClr="000000"/>
                    </a:solidFill>
                    <a:latin typeface="Segoe UI" pitchFamily="34" charset="0"/>
                    <a:cs typeface="Segoe UI" pitchFamily="34" charset="0"/>
                  </a:rPr>
                  <a:t>Laceration</a:t>
                </a:r>
              </a:p>
              <a:p>
                <a:r>
                  <a:rPr lang="en-US" sz="1200" dirty="0">
                    <a:solidFill>
                      <a:sysClr val="windowText" lastClr="000000"/>
                    </a:solidFill>
                    <a:latin typeface="Segoe UI" pitchFamily="34" charset="0"/>
                    <a:cs typeface="Segoe UI" pitchFamily="34" charset="0"/>
                  </a:rPr>
                  <a:t>Sprain</a:t>
                </a:r>
              </a:p>
              <a:p>
                <a:r>
                  <a:rPr lang="en-US" sz="1200" dirty="0">
                    <a:solidFill>
                      <a:sysClr val="windowText" lastClr="000000"/>
                    </a:solidFill>
                    <a:latin typeface="Segoe UI" pitchFamily="34" charset="0"/>
                    <a:cs typeface="Segoe UI" pitchFamily="34" charset="0"/>
                  </a:rPr>
                  <a:t>Bruise</a:t>
                </a:r>
              </a:p>
              <a:p>
                <a:r>
                  <a:rPr lang="en-US" sz="1200" dirty="0">
                    <a:solidFill>
                      <a:sysClr val="windowText" lastClr="000000"/>
                    </a:solidFill>
                    <a:latin typeface="Segoe UI" pitchFamily="34" charset="0"/>
                    <a:cs typeface="Segoe UI" pitchFamily="34" charset="0"/>
                  </a:rPr>
                  <a:t>Concussion</a:t>
                </a:r>
              </a:p>
              <a:p>
                <a:r>
                  <a:rPr lang="en-US" sz="1200" dirty="0">
                    <a:solidFill>
                      <a:sysClr val="windowText" lastClr="000000"/>
                    </a:solidFill>
                    <a:latin typeface="Segoe UI" pitchFamily="34" charset="0"/>
                    <a:cs typeface="Segoe UI" pitchFamily="34" charset="0"/>
                  </a:rPr>
                  <a:t>Pulled Muscle</a:t>
                </a:r>
              </a:p>
              <a:p>
                <a:r>
                  <a:rPr lang="en-US" sz="1200" dirty="0">
                    <a:solidFill>
                      <a:sysClr val="windowText" lastClr="000000"/>
                    </a:solidFill>
                    <a:latin typeface="Segoe UI" pitchFamily="34" charset="0"/>
                    <a:cs typeface="Segoe UI" pitchFamily="34" charset="0"/>
                  </a:rPr>
                  <a:t>Puncture</a:t>
                </a:r>
              </a:p>
              <a:p>
                <a:r>
                  <a:rPr lang="en-US" sz="1200" dirty="0">
                    <a:solidFill>
                      <a:sysClr val="windowText" lastClr="000000"/>
                    </a:solidFill>
                    <a:latin typeface="Segoe UI" pitchFamily="34" charset="0"/>
                    <a:cs typeface="Segoe UI" pitchFamily="34" charset="0"/>
                  </a:rPr>
                  <a:t>Burn</a:t>
                </a:r>
              </a:p>
              <a:p>
                <a:r>
                  <a:rPr lang="en-US" sz="1200" dirty="0">
                    <a:solidFill>
                      <a:sysClr val="windowText" lastClr="000000"/>
                    </a:solidFill>
                    <a:latin typeface="Segoe UI" pitchFamily="34" charset="0"/>
                    <a:cs typeface="Segoe UI" pitchFamily="34" charset="0"/>
                  </a:rPr>
                  <a:t>Severed Arm</a:t>
                </a:r>
              </a:p>
              <a:p>
                <a:r>
                  <a:rPr lang="en-US" sz="1200" dirty="0">
                    <a:solidFill>
                      <a:sysClr val="windowText" lastClr="000000"/>
                    </a:solidFill>
                    <a:latin typeface="Segoe UI" pitchFamily="34" charset="0"/>
                    <a:cs typeface="Segoe UI" pitchFamily="34" charset="0"/>
                  </a:rPr>
                  <a:t>Severed Leg</a:t>
                </a:r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803899FD-B282-4F8C-898B-AA286D7B08EF}"/>
                </a:ext>
              </a:extLst>
            </p:cNvPr>
            <p:cNvGrpSpPr/>
            <p:nvPr>
              <p:custDataLst>
                <p:custData r:id="rId35"/>
              </p:custDataLst>
            </p:nvPr>
          </p:nvGrpSpPr>
          <p:grpSpPr>
            <a:xfrm>
              <a:off x="6113828" y="3047458"/>
              <a:ext cx="147992" cy="1533690"/>
              <a:chOff x="4496659" y="1543110"/>
              <a:chExt cx="147992" cy="3562292"/>
            </a:xfrm>
          </p:grpSpPr>
          <p:sp>
            <p:nvSpPr>
              <p:cNvPr id="180" name="ScrollBar">
                <a:extLst>
                  <a:ext uri="{FF2B5EF4-FFF2-40B4-BE49-F238E27FC236}">
                    <a16:creationId xmlns:a16="http://schemas.microsoft.com/office/drawing/2014/main" id="{0E64FE95-02A9-4A47-97B8-ACDE3F1FD0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96659" y="1543110"/>
                <a:ext cx="147992" cy="3562292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3175">
                <a:solidFill>
                  <a:srgbClr val="FFFFFF">
                    <a:lumMod val="50000"/>
                  </a:srgbClr>
                </a:solidFill>
              </a:ln>
            </p:spPr>
            <p:style>
              <a:lnRef idx="2">
                <a:srgbClr val="4F81BD">
                  <a:shade val="50000"/>
                </a:srgbClr>
              </a:lnRef>
              <a:fillRef idx="1001">
                <a:srgbClr val="000000"/>
              </a:fillRef>
              <a:effectRef idx="0">
                <a:srgbClr val="4F81BD"/>
              </a:effectRef>
              <a:fontRef idx="minor">
                <a:srgbClr val="000000"/>
              </a:fontRef>
            </p:style>
            <p:txBody>
              <a:bodyPr lIns="97548" tIns="48774" rIns="97548" bIns="48774" rtlCol="0" anchor="t"/>
              <a:lstStyle/>
              <a:p>
                <a:pPr algn="ctr" defTabSz="913915"/>
                <a:endParaRPr lang="en-US" dirty="0"/>
              </a:p>
            </p:txBody>
          </p:sp>
          <p:sp>
            <p:nvSpPr>
              <p:cNvPr id="181" name="Slider">
                <a:extLst>
                  <a:ext uri="{FF2B5EF4-FFF2-40B4-BE49-F238E27FC236}">
                    <a16:creationId xmlns:a16="http://schemas.microsoft.com/office/drawing/2014/main" id="{DBA35E89-5CE7-4708-98FA-2BFCD44884F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96659" y="2237544"/>
                <a:ext cx="147992" cy="804962"/>
              </a:xfrm>
              <a:prstGeom prst="rect">
                <a:avLst/>
              </a:prstGeom>
              <a:solidFill>
                <a:srgbClr val="FFFFFF">
                  <a:lumMod val="85000"/>
                </a:srgbClr>
              </a:solidFill>
              <a:ln w="3175">
                <a:solidFill>
                  <a:srgbClr val="FFFFFF">
                    <a:lumMod val="50000"/>
                  </a:srgbClr>
                </a:solidFill>
              </a:ln>
            </p:spPr>
            <p:style>
              <a:lnRef idx="2">
                <a:srgbClr val="4F81BD">
                  <a:shade val="50000"/>
                </a:srgbClr>
              </a:lnRef>
              <a:fillRef idx="1">
                <a:srgbClr val="4F81BD"/>
              </a:fillRef>
              <a:effectRef idx="0">
                <a:srgbClr val="4F81BD"/>
              </a:effectRef>
              <a:fontRef idx="minor">
                <a:srgbClr val="000000"/>
              </a:fontRef>
            </p:style>
            <p:txBody>
              <a:bodyPr lIns="97548" tIns="48774" rIns="97548" bIns="48774" rtlCol="0" anchor="t"/>
              <a:lstStyle/>
              <a:p>
                <a:pPr algn="ctr"/>
                <a:endParaRPr lang="en-US" dirty="0"/>
              </a:p>
            </p:txBody>
          </p:sp>
          <p:sp>
            <p:nvSpPr>
              <p:cNvPr id="182" name="UpArrow">
                <a:extLst>
                  <a:ext uri="{FF2B5EF4-FFF2-40B4-BE49-F238E27FC236}">
                    <a16:creationId xmlns:a16="http://schemas.microsoft.com/office/drawing/2014/main" id="{2D192DBA-88B1-4A6E-B8EE-93834150E8B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38651" y="1628432"/>
                <a:ext cx="64008" cy="148671"/>
              </a:xfrm>
              <a:prstGeom prst="triangle">
                <a:avLst/>
              </a:prstGeom>
              <a:solidFill>
                <a:srgbClr val="FFFFFF">
                  <a:lumMod val="50000"/>
                  <a:alpha val="99000"/>
                </a:srgbClr>
              </a:solidFill>
              <a:ln>
                <a:noFill/>
              </a:ln>
            </p:spPr>
            <p:style>
              <a:lnRef idx="2">
                <a:srgbClr val="4F81BD">
                  <a:shade val="50000"/>
                </a:srgbClr>
              </a:lnRef>
              <a:fillRef idx="1">
                <a:srgbClr val="4F81BD"/>
              </a:fillRef>
              <a:effectRef idx="0">
                <a:srgbClr val="4F81BD"/>
              </a:effectRef>
              <a:fontRef idx="minor">
                <a:srgbClr val="000000"/>
              </a:fontRef>
            </p:style>
            <p:txBody>
              <a:bodyPr lIns="97548" tIns="48774" rIns="97548" bIns="48774" rtlCol="0" anchor="t"/>
              <a:lstStyle/>
              <a:p>
                <a:pPr algn="ctr"/>
                <a:endParaRPr lang="en-US" dirty="0"/>
              </a:p>
            </p:txBody>
          </p:sp>
          <p:sp>
            <p:nvSpPr>
              <p:cNvPr id="183" name="DownArrow">
                <a:extLst>
                  <a:ext uri="{FF2B5EF4-FFF2-40B4-BE49-F238E27FC236}">
                    <a16:creationId xmlns:a16="http://schemas.microsoft.com/office/drawing/2014/main" id="{DCF15EE4-37D3-4A97-8BC9-0F7439A5D1FC}"/>
                  </a:ext>
                </a:extLst>
              </p:cNvPr>
              <p:cNvSpPr>
                <a:spLocks/>
              </p:cNvSpPr>
              <p:nvPr/>
            </p:nvSpPr>
            <p:spPr>
              <a:xfrm rot="10800000">
                <a:off x="4538651" y="4880844"/>
                <a:ext cx="64008" cy="148671"/>
              </a:xfrm>
              <a:prstGeom prst="triangle">
                <a:avLst/>
              </a:prstGeom>
              <a:solidFill>
                <a:srgbClr val="FFFFFF">
                  <a:lumMod val="50000"/>
                  <a:alpha val="99000"/>
                </a:srgbClr>
              </a:solidFill>
              <a:ln>
                <a:noFill/>
              </a:ln>
            </p:spPr>
            <p:style>
              <a:lnRef idx="2">
                <a:srgbClr val="4F81BD">
                  <a:shade val="50000"/>
                </a:srgbClr>
              </a:lnRef>
              <a:fillRef idx="1">
                <a:srgbClr val="4F81BD"/>
              </a:fillRef>
              <a:effectRef idx="0">
                <a:srgbClr val="4F81BD"/>
              </a:effectRef>
              <a:fontRef idx="minor">
                <a:srgbClr val="000000"/>
              </a:fontRef>
            </p:style>
            <p:txBody>
              <a:bodyPr lIns="97548" tIns="48774" rIns="97548" bIns="48774" rtlCol="0" anchor="t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86" name="List">
            <a:extLst>
              <a:ext uri="{FF2B5EF4-FFF2-40B4-BE49-F238E27FC236}">
                <a16:creationId xmlns:a16="http://schemas.microsoft.com/office/drawing/2014/main" id="{E35AC895-C6CC-4A07-AA89-D235973705BD}"/>
              </a:ext>
            </a:extLst>
          </p:cNvPr>
          <p:cNvGrpSpPr/>
          <p:nvPr>
            <p:custDataLst>
              <p:custData r:id="rId20"/>
            </p:custDataLst>
          </p:nvPr>
        </p:nvGrpSpPr>
        <p:grpSpPr>
          <a:xfrm>
            <a:off x="2344877" y="4532175"/>
            <a:ext cx="1021105" cy="1908782"/>
            <a:chOff x="4610407" y="3047458"/>
            <a:chExt cx="1651418" cy="1533696"/>
          </a:xfrm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1E39A6CE-CEBD-4579-9678-4C603B2A9684}"/>
                </a:ext>
              </a:extLst>
            </p:cNvPr>
            <p:cNvGrpSpPr/>
            <p:nvPr/>
          </p:nvGrpSpPr>
          <p:grpSpPr>
            <a:xfrm>
              <a:off x="4610407" y="3047463"/>
              <a:ext cx="1651418" cy="1533691"/>
              <a:chOff x="4648809" y="3359442"/>
              <a:chExt cx="713681" cy="756306"/>
            </a:xfrm>
          </p:grpSpPr>
          <p:sp>
            <p:nvSpPr>
              <p:cNvPr id="193" name="Background">
                <a:extLst>
                  <a:ext uri="{FF2B5EF4-FFF2-40B4-BE49-F238E27FC236}">
                    <a16:creationId xmlns:a16="http://schemas.microsoft.com/office/drawing/2014/main" id="{27F8B08F-08AD-4253-994E-AD56764D623C}"/>
                  </a:ext>
                </a:extLst>
              </p:cNvPr>
              <p:cNvSpPr/>
              <p:nvPr/>
            </p:nvSpPr>
            <p:spPr>
              <a:xfrm>
                <a:off x="4648810" y="3359442"/>
                <a:ext cx="713680" cy="756306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45720" tIns="0" rIns="9144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4" name="Content">
                <a:extLst>
                  <a:ext uri="{FF2B5EF4-FFF2-40B4-BE49-F238E27FC236}">
                    <a16:creationId xmlns:a16="http://schemas.microsoft.com/office/drawing/2014/main" id="{5BC46C8C-45AC-44B6-8A03-C7C4F04D8809}"/>
                  </a:ext>
                </a:extLst>
              </p:cNvPr>
              <p:cNvSpPr/>
              <p:nvPr/>
            </p:nvSpPr>
            <p:spPr>
              <a:xfrm>
                <a:off x="4648809" y="3359442"/>
                <a:ext cx="713680" cy="665841"/>
              </a:xfrm>
              <a:prstGeom prst="rect">
                <a:avLst/>
              </a:prstGeom>
              <a:noFill/>
              <a:ln w="3175">
                <a:noFill/>
              </a:ln>
              <a:effectLst/>
            </p:spPr>
            <p:style>
              <a:lnRef idx="2">
                <a:srgbClr val="4F81BD">
                  <a:shade val="50000"/>
                </a:srgbClr>
              </a:lnRef>
              <a:fillRef idx="1">
                <a:srgbClr val="4F81BD"/>
              </a:fillRef>
              <a:effectRef idx="0">
                <a:srgbClr val="4F81BD"/>
              </a:effectRef>
              <a:fontRef idx="minor">
                <a:srgbClr val="000000"/>
              </a:fontRef>
            </p:style>
            <p:txBody>
              <a:bodyPr lIns="45720" tIns="0" rIns="0" bIns="18288" rtlCol="0" anchor="t" anchorCtr="0">
                <a:spAutoFit/>
              </a:bodyPr>
              <a:lstStyle/>
              <a:p>
                <a:r>
                  <a:rPr lang="en-US" sz="1200" dirty="0">
                    <a:solidFill>
                      <a:sysClr val="windowText" lastClr="000000"/>
                    </a:solidFill>
                    <a:latin typeface="Segoe UI" pitchFamily="34" charset="0"/>
                    <a:cs typeface="Segoe UI" pitchFamily="34" charset="0"/>
                  </a:rPr>
                  <a:t>Left Leg</a:t>
                </a:r>
              </a:p>
              <a:p>
                <a:r>
                  <a:rPr lang="en-US" sz="1200" dirty="0">
                    <a:solidFill>
                      <a:sysClr val="windowText" lastClr="000000"/>
                    </a:solidFill>
                    <a:latin typeface="Segoe UI" pitchFamily="34" charset="0"/>
                    <a:cs typeface="Segoe UI" pitchFamily="34" charset="0"/>
                  </a:rPr>
                  <a:t>Right Leg</a:t>
                </a:r>
              </a:p>
              <a:p>
                <a:r>
                  <a:rPr lang="en-US" sz="1200" dirty="0">
                    <a:solidFill>
                      <a:sysClr val="windowText" lastClr="000000"/>
                    </a:solidFill>
                    <a:latin typeface="Segoe UI" pitchFamily="34" charset="0"/>
                    <a:cs typeface="Segoe UI" pitchFamily="34" charset="0"/>
                  </a:rPr>
                  <a:t>Right Hand</a:t>
                </a:r>
              </a:p>
              <a:p>
                <a:r>
                  <a:rPr lang="en-US" sz="1200" dirty="0">
                    <a:solidFill>
                      <a:sysClr val="windowText" lastClr="000000"/>
                    </a:solidFill>
                    <a:latin typeface="Segoe UI" pitchFamily="34" charset="0"/>
                    <a:cs typeface="Segoe UI" pitchFamily="34" charset="0"/>
                  </a:rPr>
                  <a:t>Left Hand</a:t>
                </a:r>
              </a:p>
              <a:p>
                <a:r>
                  <a:rPr lang="en-US" sz="1200" dirty="0">
                    <a:solidFill>
                      <a:sysClr val="windowText" lastClr="000000"/>
                    </a:solidFill>
                    <a:latin typeface="Segoe UI" pitchFamily="34" charset="0"/>
                    <a:cs typeface="Segoe UI" pitchFamily="34" charset="0"/>
                  </a:rPr>
                  <a:t>Right Knee</a:t>
                </a:r>
              </a:p>
              <a:p>
                <a:r>
                  <a:rPr lang="en-US" sz="1200" dirty="0">
                    <a:solidFill>
                      <a:sysClr val="windowText" lastClr="000000"/>
                    </a:solidFill>
                    <a:latin typeface="Segoe UI" pitchFamily="34" charset="0"/>
                    <a:cs typeface="Segoe UI" pitchFamily="34" charset="0"/>
                  </a:rPr>
                  <a:t>Left Eye</a:t>
                </a:r>
              </a:p>
              <a:p>
                <a:r>
                  <a:rPr lang="en-US" sz="1200" dirty="0">
                    <a:solidFill>
                      <a:sysClr val="windowText" lastClr="000000"/>
                    </a:solidFill>
                    <a:latin typeface="Segoe UI" pitchFamily="34" charset="0"/>
                    <a:cs typeface="Segoe UI" pitchFamily="34" charset="0"/>
                  </a:rPr>
                  <a:t>Right Eye</a:t>
                </a:r>
              </a:p>
              <a:p>
                <a:r>
                  <a:rPr lang="en-US" sz="1200" dirty="0">
                    <a:solidFill>
                      <a:sysClr val="windowText" lastClr="000000"/>
                    </a:solidFill>
                    <a:latin typeface="Segoe UI" pitchFamily="34" charset="0"/>
                    <a:cs typeface="Segoe UI" pitchFamily="34" charset="0"/>
                  </a:rPr>
                  <a:t>Nose</a:t>
                </a:r>
              </a:p>
              <a:p>
                <a:r>
                  <a:rPr lang="en-US" sz="1200" dirty="0">
                    <a:solidFill>
                      <a:sysClr val="windowText" lastClr="000000"/>
                    </a:solidFill>
                    <a:latin typeface="Segoe UI" pitchFamily="34" charset="0"/>
                    <a:cs typeface="Segoe UI" pitchFamily="34" charset="0"/>
                  </a:rPr>
                  <a:t>Mouth</a:t>
                </a:r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C6757CB5-171A-4BE2-AFDF-551493931FE1}"/>
                </a:ext>
              </a:extLst>
            </p:cNvPr>
            <p:cNvGrpSpPr/>
            <p:nvPr>
              <p:custDataLst>
                <p:custData r:id="rId34"/>
              </p:custDataLst>
            </p:nvPr>
          </p:nvGrpSpPr>
          <p:grpSpPr>
            <a:xfrm>
              <a:off x="6113828" y="3047458"/>
              <a:ext cx="147992" cy="1533690"/>
              <a:chOff x="4496659" y="1543110"/>
              <a:chExt cx="147992" cy="3562292"/>
            </a:xfrm>
          </p:grpSpPr>
          <p:sp>
            <p:nvSpPr>
              <p:cNvPr id="189" name="ScrollBar">
                <a:extLst>
                  <a:ext uri="{FF2B5EF4-FFF2-40B4-BE49-F238E27FC236}">
                    <a16:creationId xmlns:a16="http://schemas.microsoft.com/office/drawing/2014/main" id="{91081DA0-82D2-4CA9-BD07-3FE2C3C6F64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96659" y="1543110"/>
                <a:ext cx="147992" cy="3562292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3175">
                <a:solidFill>
                  <a:srgbClr val="FFFFFF">
                    <a:lumMod val="50000"/>
                  </a:srgbClr>
                </a:solidFill>
              </a:ln>
            </p:spPr>
            <p:style>
              <a:lnRef idx="2">
                <a:srgbClr val="4F81BD">
                  <a:shade val="50000"/>
                </a:srgbClr>
              </a:lnRef>
              <a:fillRef idx="1001">
                <a:srgbClr val="000000"/>
              </a:fillRef>
              <a:effectRef idx="0">
                <a:srgbClr val="4F81BD"/>
              </a:effectRef>
              <a:fontRef idx="minor">
                <a:srgbClr val="000000"/>
              </a:fontRef>
            </p:style>
            <p:txBody>
              <a:bodyPr lIns="97548" tIns="48774" rIns="97548" bIns="48774" rtlCol="0" anchor="t"/>
              <a:lstStyle/>
              <a:p>
                <a:pPr algn="ctr" defTabSz="913915"/>
                <a:endParaRPr lang="en-US" dirty="0"/>
              </a:p>
            </p:txBody>
          </p:sp>
          <p:sp>
            <p:nvSpPr>
              <p:cNvPr id="190" name="Slider">
                <a:extLst>
                  <a:ext uri="{FF2B5EF4-FFF2-40B4-BE49-F238E27FC236}">
                    <a16:creationId xmlns:a16="http://schemas.microsoft.com/office/drawing/2014/main" id="{54FF440D-DF4E-49D2-B3E8-2C81BC7CF22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96659" y="2237544"/>
                <a:ext cx="147992" cy="804962"/>
              </a:xfrm>
              <a:prstGeom prst="rect">
                <a:avLst/>
              </a:prstGeom>
              <a:solidFill>
                <a:srgbClr val="FFFFFF">
                  <a:lumMod val="85000"/>
                </a:srgbClr>
              </a:solidFill>
              <a:ln w="3175">
                <a:solidFill>
                  <a:srgbClr val="FFFFFF">
                    <a:lumMod val="50000"/>
                  </a:srgbClr>
                </a:solidFill>
              </a:ln>
            </p:spPr>
            <p:style>
              <a:lnRef idx="2">
                <a:srgbClr val="4F81BD">
                  <a:shade val="50000"/>
                </a:srgbClr>
              </a:lnRef>
              <a:fillRef idx="1">
                <a:srgbClr val="4F81BD"/>
              </a:fillRef>
              <a:effectRef idx="0">
                <a:srgbClr val="4F81BD"/>
              </a:effectRef>
              <a:fontRef idx="minor">
                <a:srgbClr val="000000"/>
              </a:fontRef>
            </p:style>
            <p:txBody>
              <a:bodyPr lIns="97548" tIns="48774" rIns="97548" bIns="48774" rtlCol="0" anchor="t"/>
              <a:lstStyle/>
              <a:p>
                <a:pPr algn="ctr"/>
                <a:endParaRPr lang="en-US" dirty="0"/>
              </a:p>
            </p:txBody>
          </p:sp>
          <p:sp>
            <p:nvSpPr>
              <p:cNvPr id="191" name="UpArrow">
                <a:extLst>
                  <a:ext uri="{FF2B5EF4-FFF2-40B4-BE49-F238E27FC236}">
                    <a16:creationId xmlns:a16="http://schemas.microsoft.com/office/drawing/2014/main" id="{01A08CAC-BE9F-4F9C-8C6D-D80F69C5228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38651" y="1628432"/>
                <a:ext cx="64008" cy="148671"/>
              </a:xfrm>
              <a:prstGeom prst="triangle">
                <a:avLst/>
              </a:prstGeom>
              <a:solidFill>
                <a:srgbClr val="FFFFFF">
                  <a:lumMod val="50000"/>
                  <a:alpha val="99000"/>
                </a:srgbClr>
              </a:solidFill>
              <a:ln>
                <a:noFill/>
              </a:ln>
            </p:spPr>
            <p:style>
              <a:lnRef idx="2">
                <a:srgbClr val="4F81BD">
                  <a:shade val="50000"/>
                </a:srgbClr>
              </a:lnRef>
              <a:fillRef idx="1">
                <a:srgbClr val="4F81BD"/>
              </a:fillRef>
              <a:effectRef idx="0">
                <a:srgbClr val="4F81BD"/>
              </a:effectRef>
              <a:fontRef idx="minor">
                <a:srgbClr val="000000"/>
              </a:fontRef>
            </p:style>
            <p:txBody>
              <a:bodyPr lIns="97548" tIns="48774" rIns="97548" bIns="48774" rtlCol="0" anchor="t"/>
              <a:lstStyle/>
              <a:p>
                <a:pPr algn="ctr"/>
                <a:endParaRPr lang="en-US" dirty="0"/>
              </a:p>
            </p:txBody>
          </p:sp>
          <p:sp>
            <p:nvSpPr>
              <p:cNvPr id="192" name="DownArrow">
                <a:extLst>
                  <a:ext uri="{FF2B5EF4-FFF2-40B4-BE49-F238E27FC236}">
                    <a16:creationId xmlns:a16="http://schemas.microsoft.com/office/drawing/2014/main" id="{D7A1DCD3-8603-495E-975E-B7F35A88AC08}"/>
                  </a:ext>
                </a:extLst>
              </p:cNvPr>
              <p:cNvSpPr>
                <a:spLocks/>
              </p:cNvSpPr>
              <p:nvPr/>
            </p:nvSpPr>
            <p:spPr>
              <a:xfrm rot="10800000">
                <a:off x="4538651" y="4880844"/>
                <a:ext cx="64008" cy="148671"/>
              </a:xfrm>
              <a:prstGeom prst="triangle">
                <a:avLst/>
              </a:prstGeom>
              <a:solidFill>
                <a:srgbClr val="FFFFFF">
                  <a:lumMod val="50000"/>
                  <a:alpha val="99000"/>
                </a:srgbClr>
              </a:solidFill>
              <a:ln>
                <a:noFill/>
              </a:ln>
            </p:spPr>
            <p:style>
              <a:lnRef idx="2">
                <a:srgbClr val="4F81BD">
                  <a:shade val="50000"/>
                </a:srgbClr>
              </a:lnRef>
              <a:fillRef idx="1">
                <a:srgbClr val="4F81BD"/>
              </a:fillRef>
              <a:effectRef idx="0">
                <a:srgbClr val="4F81BD"/>
              </a:effectRef>
              <a:fontRef idx="minor">
                <a:srgbClr val="000000"/>
              </a:fontRef>
            </p:style>
            <p:txBody>
              <a:bodyPr lIns="97548" tIns="48774" rIns="97548" bIns="48774" rtlCol="0" anchor="t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95" name="List">
            <a:extLst>
              <a:ext uri="{FF2B5EF4-FFF2-40B4-BE49-F238E27FC236}">
                <a16:creationId xmlns:a16="http://schemas.microsoft.com/office/drawing/2014/main" id="{F61673F5-E5FC-4A58-9B48-57FEED9AA047}"/>
              </a:ext>
            </a:extLst>
          </p:cNvPr>
          <p:cNvGrpSpPr/>
          <p:nvPr>
            <p:custDataLst>
              <p:custData r:id="rId21"/>
            </p:custDataLst>
          </p:nvPr>
        </p:nvGrpSpPr>
        <p:grpSpPr>
          <a:xfrm>
            <a:off x="4843059" y="4533089"/>
            <a:ext cx="1021103" cy="1908774"/>
            <a:chOff x="4610405" y="3047458"/>
            <a:chExt cx="1651415" cy="1533690"/>
          </a:xfrm>
        </p:grpSpPr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5609ABC6-E545-4B64-AD77-02CF6AC7B6AB}"/>
                </a:ext>
              </a:extLst>
            </p:cNvPr>
            <p:cNvGrpSpPr/>
            <p:nvPr/>
          </p:nvGrpSpPr>
          <p:grpSpPr>
            <a:xfrm>
              <a:off x="4610405" y="3047458"/>
              <a:ext cx="1651415" cy="1533690"/>
              <a:chOff x="4648810" y="3359442"/>
              <a:chExt cx="713680" cy="756306"/>
            </a:xfrm>
          </p:grpSpPr>
          <p:sp>
            <p:nvSpPr>
              <p:cNvPr id="202" name="Background">
                <a:extLst>
                  <a:ext uri="{FF2B5EF4-FFF2-40B4-BE49-F238E27FC236}">
                    <a16:creationId xmlns:a16="http://schemas.microsoft.com/office/drawing/2014/main" id="{1E7B8DA6-9419-4073-9578-4E028D5BAFDE}"/>
                  </a:ext>
                </a:extLst>
              </p:cNvPr>
              <p:cNvSpPr/>
              <p:nvPr/>
            </p:nvSpPr>
            <p:spPr>
              <a:xfrm>
                <a:off x="4648810" y="3359442"/>
                <a:ext cx="713680" cy="756306"/>
              </a:xfrm>
              <a:prstGeom prst="rect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45720" tIns="0" rIns="9144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203" name="Content">
                <a:extLst>
                  <a:ext uri="{FF2B5EF4-FFF2-40B4-BE49-F238E27FC236}">
                    <a16:creationId xmlns:a16="http://schemas.microsoft.com/office/drawing/2014/main" id="{356BDB2B-5F95-4104-971E-730BAE6344EA}"/>
                  </a:ext>
                </a:extLst>
              </p:cNvPr>
              <p:cNvSpPr/>
              <p:nvPr/>
            </p:nvSpPr>
            <p:spPr>
              <a:xfrm>
                <a:off x="4648810" y="3359442"/>
                <a:ext cx="713680" cy="508495"/>
              </a:xfrm>
              <a:prstGeom prst="rect">
                <a:avLst/>
              </a:prstGeom>
              <a:noFill/>
              <a:ln w="3175">
                <a:noFill/>
              </a:ln>
              <a:effectLst/>
            </p:spPr>
            <p:style>
              <a:lnRef idx="2">
                <a:srgbClr val="4F81BD">
                  <a:shade val="50000"/>
                </a:srgbClr>
              </a:lnRef>
              <a:fillRef idx="1">
                <a:srgbClr val="4F81BD"/>
              </a:fillRef>
              <a:effectRef idx="0">
                <a:srgbClr val="4F81BD"/>
              </a:effectRef>
              <a:fontRef idx="minor">
                <a:srgbClr val="000000"/>
              </a:fontRef>
            </p:style>
            <p:txBody>
              <a:bodyPr lIns="45720" tIns="0" rIns="0" bIns="18288" rtlCol="0" anchor="t" anchorCtr="0">
                <a:spAutoFit/>
              </a:bodyPr>
              <a:lstStyle/>
              <a:p>
                <a:r>
                  <a:rPr lang="en-US" sz="1200" dirty="0">
                    <a:solidFill>
                      <a:sysClr val="windowText" lastClr="000000"/>
                    </a:solidFill>
                    <a:latin typeface="Segoe UI" pitchFamily="34" charset="0"/>
                    <a:cs typeface="Segoe UI" pitchFamily="34" charset="0"/>
                  </a:rPr>
                  <a:t>Hand</a:t>
                </a:r>
              </a:p>
              <a:p>
                <a:r>
                  <a:rPr lang="en-US" sz="1200" dirty="0">
                    <a:solidFill>
                      <a:sysClr val="windowText" lastClr="000000"/>
                    </a:solidFill>
                    <a:latin typeface="Segoe UI" pitchFamily="34" charset="0"/>
                    <a:cs typeface="Segoe UI" pitchFamily="34" charset="0"/>
                  </a:rPr>
                  <a:t>Finger</a:t>
                </a:r>
              </a:p>
              <a:p>
                <a:r>
                  <a:rPr lang="en-US" sz="1200" dirty="0">
                    <a:solidFill>
                      <a:sysClr val="windowText" lastClr="000000"/>
                    </a:solidFill>
                    <a:latin typeface="Segoe UI" pitchFamily="34" charset="0"/>
                    <a:cs typeface="Segoe UI" pitchFamily="34" charset="0"/>
                  </a:rPr>
                  <a:t>Elbow</a:t>
                </a:r>
              </a:p>
              <a:p>
                <a:r>
                  <a:rPr lang="en-US" sz="1200" dirty="0">
                    <a:solidFill>
                      <a:sysClr val="windowText" lastClr="000000"/>
                    </a:solidFill>
                    <a:latin typeface="Segoe UI" pitchFamily="34" charset="0"/>
                    <a:cs typeface="Segoe UI" pitchFamily="34" charset="0"/>
                  </a:rPr>
                  <a:t>Knee</a:t>
                </a:r>
              </a:p>
              <a:p>
                <a:r>
                  <a:rPr lang="en-US" sz="1200" dirty="0">
                    <a:solidFill>
                      <a:sysClr val="windowText" lastClr="000000"/>
                    </a:solidFill>
                    <a:latin typeface="Segoe UI" pitchFamily="34" charset="0"/>
                    <a:cs typeface="Segoe UI" pitchFamily="34" charset="0"/>
                  </a:rPr>
                  <a:t>Heel</a:t>
                </a:r>
              </a:p>
              <a:p>
                <a:r>
                  <a:rPr lang="en-US" sz="1200" dirty="0">
                    <a:solidFill>
                      <a:sysClr val="windowText" lastClr="000000"/>
                    </a:solidFill>
                    <a:latin typeface="Segoe UI" pitchFamily="34" charset="0"/>
                    <a:cs typeface="Segoe UI" pitchFamily="34" charset="0"/>
                  </a:rPr>
                  <a:t>Toe</a:t>
                </a:r>
              </a:p>
              <a:p>
                <a:r>
                  <a:rPr lang="en-US" sz="1200" dirty="0">
                    <a:solidFill>
                      <a:sysClr val="windowText" lastClr="000000"/>
                    </a:solidFill>
                    <a:latin typeface="Segoe UI" pitchFamily="34" charset="0"/>
                    <a:cs typeface="Segoe UI" pitchFamily="34" charset="0"/>
                  </a:rPr>
                  <a:t>Head</a:t>
                </a:r>
              </a:p>
              <a:p>
                <a:r>
                  <a:rPr lang="en-US" sz="1200" dirty="0">
                    <a:solidFill>
                      <a:sysClr val="windowText" lastClr="000000"/>
                    </a:solidFill>
                    <a:latin typeface="Segoe UI" pitchFamily="34" charset="0"/>
                    <a:cs typeface="Segoe UI" pitchFamily="34" charset="0"/>
                  </a:rPr>
                  <a:t>Forehead</a:t>
                </a:r>
              </a:p>
              <a:p>
                <a:r>
                  <a:rPr lang="en-US" sz="1200" dirty="0">
                    <a:solidFill>
                      <a:sysClr val="windowText" lastClr="000000"/>
                    </a:solidFill>
                    <a:latin typeface="Segoe UI" pitchFamily="34" charset="0"/>
                    <a:cs typeface="Segoe UI" pitchFamily="34" charset="0"/>
                  </a:rPr>
                  <a:t>Eye</a:t>
                </a:r>
              </a:p>
              <a:p>
                <a:endParaRPr lang="en-US" sz="1200" dirty="0">
                  <a:solidFill>
                    <a:sysClr val="windowText" lastClr="000000"/>
                  </a:solidFill>
                  <a:latin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932A559C-3F07-4A7C-96EE-F0398583CDCA}"/>
                </a:ext>
              </a:extLst>
            </p:cNvPr>
            <p:cNvGrpSpPr/>
            <p:nvPr>
              <p:custDataLst>
                <p:custData r:id="rId33"/>
              </p:custDataLst>
            </p:nvPr>
          </p:nvGrpSpPr>
          <p:grpSpPr>
            <a:xfrm>
              <a:off x="6113828" y="3047458"/>
              <a:ext cx="147992" cy="1533690"/>
              <a:chOff x="4496659" y="1543110"/>
              <a:chExt cx="147992" cy="3562292"/>
            </a:xfrm>
          </p:grpSpPr>
          <p:sp>
            <p:nvSpPr>
              <p:cNvPr id="198" name="ScrollBar">
                <a:extLst>
                  <a:ext uri="{FF2B5EF4-FFF2-40B4-BE49-F238E27FC236}">
                    <a16:creationId xmlns:a16="http://schemas.microsoft.com/office/drawing/2014/main" id="{DF76680E-C4C7-4718-AD70-9B0F6C26D72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96659" y="1543110"/>
                <a:ext cx="147992" cy="3562292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  <a:ln w="3175">
                <a:solidFill>
                  <a:srgbClr val="FFFFFF">
                    <a:lumMod val="50000"/>
                  </a:srgbClr>
                </a:solidFill>
              </a:ln>
            </p:spPr>
            <p:style>
              <a:lnRef idx="2">
                <a:srgbClr val="4F81BD">
                  <a:shade val="50000"/>
                </a:srgbClr>
              </a:lnRef>
              <a:fillRef idx="1001">
                <a:srgbClr val="000000"/>
              </a:fillRef>
              <a:effectRef idx="0">
                <a:srgbClr val="4F81BD"/>
              </a:effectRef>
              <a:fontRef idx="minor">
                <a:srgbClr val="000000"/>
              </a:fontRef>
            </p:style>
            <p:txBody>
              <a:bodyPr lIns="97548" tIns="48774" rIns="97548" bIns="48774" rtlCol="0" anchor="t"/>
              <a:lstStyle/>
              <a:p>
                <a:pPr algn="ctr" defTabSz="913915"/>
                <a:endParaRPr lang="en-US" dirty="0"/>
              </a:p>
            </p:txBody>
          </p:sp>
          <p:sp>
            <p:nvSpPr>
              <p:cNvPr id="199" name="Slider">
                <a:extLst>
                  <a:ext uri="{FF2B5EF4-FFF2-40B4-BE49-F238E27FC236}">
                    <a16:creationId xmlns:a16="http://schemas.microsoft.com/office/drawing/2014/main" id="{393A61B7-A63F-46BC-B27E-FE9E0075590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96659" y="2237544"/>
                <a:ext cx="147992" cy="804962"/>
              </a:xfrm>
              <a:prstGeom prst="rect">
                <a:avLst/>
              </a:prstGeom>
              <a:solidFill>
                <a:srgbClr val="FFFFFF">
                  <a:lumMod val="85000"/>
                </a:srgbClr>
              </a:solidFill>
              <a:ln w="3175">
                <a:solidFill>
                  <a:srgbClr val="FFFFFF">
                    <a:lumMod val="50000"/>
                  </a:srgbClr>
                </a:solidFill>
              </a:ln>
            </p:spPr>
            <p:style>
              <a:lnRef idx="2">
                <a:srgbClr val="4F81BD">
                  <a:shade val="50000"/>
                </a:srgbClr>
              </a:lnRef>
              <a:fillRef idx="1">
                <a:srgbClr val="4F81BD"/>
              </a:fillRef>
              <a:effectRef idx="0">
                <a:srgbClr val="4F81BD"/>
              </a:effectRef>
              <a:fontRef idx="minor">
                <a:srgbClr val="000000"/>
              </a:fontRef>
            </p:style>
            <p:txBody>
              <a:bodyPr lIns="97548" tIns="48774" rIns="97548" bIns="48774" rtlCol="0" anchor="t"/>
              <a:lstStyle/>
              <a:p>
                <a:pPr algn="ctr"/>
                <a:endParaRPr lang="en-US" dirty="0"/>
              </a:p>
            </p:txBody>
          </p:sp>
          <p:sp>
            <p:nvSpPr>
              <p:cNvPr id="200" name="UpArrow">
                <a:extLst>
                  <a:ext uri="{FF2B5EF4-FFF2-40B4-BE49-F238E27FC236}">
                    <a16:creationId xmlns:a16="http://schemas.microsoft.com/office/drawing/2014/main" id="{3FC84717-040E-401F-8A5E-B305ED02676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38651" y="1628432"/>
                <a:ext cx="64008" cy="148671"/>
              </a:xfrm>
              <a:prstGeom prst="triangle">
                <a:avLst/>
              </a:prstGeom>
              <a:solidFill>
                <a:srgbClr val="FFFFFF">
                  <a:lumMod val="50000"/>
                  <a:alpha val="99000"/>
                </a:srgbClr>
              </a:solidFill>
              <a:ln>
                <a:noFill/>
              </a:ln>
            </p:spPr>
            <p:style>
              <a:lnRef idx="2">
                <a:srgbClr val="4F81BD">
                  <a:shade val="50000"/>
                </a:srgbClr>
              </a:lnRef>
              <a:fillRef idx="1">
                <a:srgbClr val="4F81BD"/>
              </a:fillRef>
              <a:effectRef idx="0">
                <a:srgbClr val="4F81BD"/>
              </a:effectRef>
              <a:fontRef idx="minor">
                <a:srgbClr val="000000"/>
              </a:fontRef>
            </p:style>
            <p:txBody>
              <a:bodyPr lIns="97548" tIns="48774" rIns="97548" bIns="48774" rtlCol="0" anchor="t"/>
              <a:lstStyle/>
              <a:p>
                <a:pPr algn="ctr"/>
                <a:endParaRPr lang="en-US" dirty="0"/>
              </a:p>
            </p:txBody>
          </p:sp>
          <p:sp>
            <p:nvSpPr>
              <p:cNvPr id="201" name="DownArrow">
                <a:extLst>
                  <a:ext uri="{FF2B5EF4-FFF2-40B4-BE49-F238E27FC236}">
                    <a16:creationId xmlns:a16="http://schemas.microsoft.com/office/drawing/2014/main" id="{62AFCC9A-79A3-4714-AC23-CABA591AEB59}"/>
                  </a:ext>
                </a:extLst>
              </p:cNvPr>
              <p:cNvSpPr>
                <a:spLocks/>
              </p:cNvSpPr>
              <p:nvPr/>
            </p:nvSpPr>
            <p:spPr>
              <a:xfrm rot="10800000">
                <a:off x="4538651" y="4880844"/>
                <a:ext cx="64008" cy="148671"/>
              </a:xfrm>
              <a:prstGeom prst="triangle">
                <a:avLst/>
              </a:prstGeom>
              <a:solidFill>
                <a:srgbClr val="FFFFFF">
                  <a:lumMod val="50000"/>
                  <a:alpha val="99000"/>
                </a:srgbClr>
              </a:solidFill>
              <a:ln>
                <a:noFill/>
              </a:ln>
            </p:spPr>
            <p:style>
              <a:lnRef idx="2">
                <a:srgbClr val="4F81BD">
                  <a:shade val="50000"/>
                </a:srgbClr>
              </a:lnRef>
              <a:fillRef idx="1">
                <a:srgbClr val="4F81BD"/>
              </a:fillRef>
              <a:effectRef idx="0">
                <a:srgbClr val="4F81BD"/>
              </a:effectRef>
              <a:fontRef idx="minor">
                <a:srgbClr val="000000"/>
              </a:fontRef>
            </p:style>
            <p:txBody>
              <a:bodyPr lIns="97548" tIns="48774" rIns="97548" bIns="48774" rtlCol="0" anchor="t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04" name="Content">
            <a:extLst>
              <a:ext uri="{FF2B5EF4-FFF2-40B4-BE49-F238E27FC236}">
                <a16:creationId xmlns:a16="http://schemas.microsoft.com/office/drawing/2014/main" id="{15ACF932-4A1D-433E-A8C4-9573DF972374}"/>
              </a:ext>
            </a:extLst>
          </p:cNvPr>
          <p:cNvSpPr txBox="1"/>
          <p:nvPr>
            <p:custDataLst>
              <p:custData r:id="rId22"/>
            </p:custDataLst>
          </p:nvPr>
        </p:nvSpPr>
        <p:spPr>
          <a:xfrm>
            <a:off x="2495847" y="1592902"/>
            <a:ext cx="1087542" cy="230832"/>
          </a:xfrm>
          <a:prstGeom prst="rect">
            <a:avLst/>
          </a:prstGeom>
          <a:noFill/>
        </p:spPr>
        <p:txBody>
          <a:bodyPr wrap="none" lIns="91440" tIns="18288" rIns="91440" bIns="27432" rtlCol="0" anchor="ctr" anchorCtr="0">
            <a:spAutoFit/>
          </a:bodyPr>
          <a:lstStyle/>
          <a:p>
            <a:pPr algn="r"/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Site Location:</a:t>
            </a:r>
          </a:p>
        </p:txBody>
      </p:sp>
      <p:sp>
        <p:nvSpPr>
          <p:cNvPr id="205" name="Content">
            <a:extLst>
              <a:ext uri="{FF2B5EF4-FFF2-40B4-BE49-F238E27FC236}">
                <a16:creationId xmlns:a16="http://schemas.microsoft.com/office/drawing/2014/main" id="{FF41BBEE-CDD1-4A5B-B391-54D343B3B502}"/>
              </a:ext>
            </a:extLst>
          </p:cNvPr>
          <p:cNvSpPr/>
          <p:nvPr>
            <p:custDataLst>
              <p:custData r:id="rId23"/>
            </p:custDataLst>
          </p:nvPr>
        </p:nvSpPr>
        <p:spPr>
          <a:xfrm>
            <a:off x="3532023" y="1554419"/>
            <a:ext cx="1936170" cy="317366"/>
          </a:xfrm>
          <a:prstGeom prst="rect">
            <a:avLst/>
          </a:prstGeom>
          <a:solidFill>
            <a:sysClr val="window" lastClr="FFFFFF"/>
          </a:solidFill>
          <a:ln w="3175">
            <a:solidFill>
              <a:srgbClr val="000000">
                <a:lumMod val="50000"/>
                <a:lumOff val="50000"/>
              </a:srgbClr>
            </a:solidFill>
          </a:ln>
          <a:effectLst/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wrap="none" lIns="45720" tIns="18288" rIns="45720" bIns="18288" rtlCol="0" anchor="ctr">
            <a:noAutofit/>
          </a:bodyPr>
          <a:lstStyle/>
          <a:p>
            <a:r>
              <a:rPr lang="en-US" sz="1200" dirty="0" err="1">
                <a:solidFill>
                  <a:srgbClr val="000000"/>
                </a:solidFill>
                <a:latin typeface="Segoe UI" pitchFamily="34" charset="0"/>
                <a:cs typeface="Segoe UI" pitchFamily="34" charset="0"/>
              </a:rPr>
              <a:t>EmeraldAL</a:t>
            </a:r>
            <a:endParaRPr lang="en-US" sz="1200" dirty="0">
              <a:solidFill>
                <a:srgbClr val="000000"/>
              </a:solidFill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206" name="Content">
            <a:extLst>
              <a:ext uri="{FF2B5EF4-FFF2-40B4-BE49-F238E27FC236}">
                <a16:creationId xmlns:a16="http://schemas.microsoft.com/office/drawing/2014/main" id="{C7538119-2B84-40ED-A6F3-DD2379CEDB3E}"/>
              </a:ext>
            </a:extLst>
          </p:cNvPr>
          <p:cNvSpPr txBox="1"/>
          <p:nvPr>
            <p:custDataLst>
              <p:custData r:id="rId24"/>
            </p:custDataLst>
          </p:nvPr>
        </p:nvSpPr>
        <p:spPr>
          <a:xfrm>
            <a:off x="5684306" y="1629048"/>
            <a:ext cx="990207" cy="230832"/>
          </a:xfrm>
          <a:prstGeom prst="rect">
            <a:avLst/>
          </a:prstGeom>
          <a:noFill/>
        </p:spPr>
        <p:txBody>
          <a:bodyPr wrap="none" lIns="91440" tIns="18288" rIns="91440" bIns="27432" rtlCol="0" anchor="ctr" anchorCtr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“</a:t>
            </a:r>
            <a:r>
              <a:rPr lang="en-US" sz="1200" dirty="0" err="1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EmeraldFL</a:t>
            </a: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”</a:t>
            </a:r>
          </a:p>
        </p:txBody>
      </p:sp>
      <p:grpSp>
        <p:nvGrpSpPr>
          <p:cNvPr id="207" name="StickyNote">
            <a:extLst>
              <a:ext uri="{FF2B5EF4-FFF2-40B4-BE49-F238E27FC236}">
                <a16:creationId xmlns:a16="http://schemas.microsoft.com/office/drawing/2014/main" id="{9A986CC2-B40F-4FF2-B58C-94281D3932B5}"/>
              </a:ext>
            </a:extLst>
          </p:cNvPr>
          <p:cNvGrpSpPr/>
          <p:nvPr>
            <p:custDataLst>
              <p:custData r:id="rId25"/>
            </p:custDataLst>
          </p:nvPr>
        </p:nvGrpSpPr>
        <p:grpSpPr>
          <a:xfrm>
            <a:off x="6826891" y="4591425"/>
            <a:ext cx="3299987" cy="1511730"/>
            <a:chOff x="4288312" y="604144"/>
            <a:chExt cx="1371600" cy="1538692"/>
          </a:xfrm>
        </p:grpSpPr>
        <p:sp>
          <p:nvSpPr>
            <p:cNvPr id="208" name="Content">
              <a:extLst>
                <a:ext uri="{FF2B5EF4-FFF2-40B4-BE49-F238E27FC236}">
                  <a16:creationId xmlns:a16="http://schemas.microsoft.com/office/drawing/2014/main" id="{F53DB281-C69B-4090-A1C5-E6DE3B7E1E85}"/>
                </a:ext>
              </a:extLst>
            </p:cNvPr>
            <p:cNvSpPr/>
            <p:nvPr/>
          </p:nvSpPr>
          <p:spPr>
            <a:xfrm>
              <a:off x="4288312" y="771236"/>
              <a:ext cx="1371600" cy="1371600"/>
            </a:xfrm>
            <a:prstGeom prst="rect">
              <a:avLst/>
            </a:prstGeom>
            <a:gradFill>
              <a:gsLst>
                <a:gs pos="100000">
                  <a:srgbClr val="FFFF89"/>
                </a:gs>
                <a:gs pos="0">
                  <a:srgbClr val="FFFF99"/>
                </a:gs>
              </a:gsLst>
              <a:lin ang="5400000" scaled="0"/>
            </a:gradFill>
            <a:ln w="3175">
              <a:solidFill>
                <a:srgbClr val="FFFFFF">
                  <a:lumMod val="50000"/>
                </a:srgbClr>
              </a:solidFill>
            </a:ln>
            <a:effectLst/>
          </p:spPr>
          <p:style>
            <a:lnRef idx="2">
              <a:srgbClr val="4F81BD">
                <a:shade val="50000"/>
              </a:srgbClr>
            </a:lnRef>
            <a:fillRef idx="1">
              <a:srgbClr val="4F81BD"/>
            </a:fillRef>
            <a:effectRef idx="0">
              <a:srgbClr val="4F81BD"/>
            </a:effectRef>
            <a:fontRef idx="minor">
              <a:srgbClr val="000000"/>
            </a:fontRef>
          </p:style>
          <p:txBody>
            <a:bodyPr lIns="91440" tIns="137160" rIns="91440" bIns="45720" rtlCol="0" anchor="t" anchorCtr="0">
              <a:normAutofit/>
            </a:bodyPr>
            <a:lstStyle/>
            <a:p>
              <a:r>
                <a:rPr lang="en-US" sz="1200" i="1" dirty="0">
                  <a:solidFill>
                    <a:sysClr val="windowText" lastClr="000000"/>
                  </a:solidFill>
                  <a:latin typeface="Segoe UI" pitchFamily="34" charset="0"/>
                  <a:cs typeface="Segoe UI" pitchFamily="34" charset="0"/>
                </a:rPr>
                <a:t>Thought:</a:t>
              </a:r>
            </a:p>
            <a:p>
              <a:r>
                <a:rPr lang="en-US" sz="1200" dirty="0">
                  <a:solidFill>
                    <a:sysClr val="windowText" lastClr="000000"/>
                  </a:solidFill>
                  <a:latin typeface="Segoe UI" pitchFamily="34" charset="0"/>
                  <a:cs typeface="Segoe UI" pitchFamily="34" charset="0"/>
                </a:rPr>
                <a:t>Should we display existing selections for Area/Type?  Or validate the field against existing values</a:t>
              </a:r>
            </a:p>
          </p:txBody>
        </p:sp>
        <p:sp>
          <p:nvSpPr>
            <p:cNvPr id="209" name="Tape">
              <a:extLst>
                <a:ext uri="{FF2B5EF4-FFF2-40B4-BE49-F238E27FC236}">
                  <a16:creationId xmlns:a16="http://schemas.microsoft.com/office/drawing/2014/main" id="{00D108A8-C43F-4947-8EDD-713D1E237A1C}"/>
                </a:ext>
              </a:extLst>
            </p:cNvPr>
            <p:cNvSpPr/>
            <p:nvPr/>
          </p:nvSpPr>
          <p:spPr>
            <a:xfrm rot="401918">
              <a:off x="4692198" y="604144"/>
              <a:ext cx="563828" cy="215444"/>
            </a:xfrm>
            <a:prstGeom prst="rect">
              <a:avLst/>
            </a:prstGeom>
            <a:solidFill>
              <a:srgbClr val="C00000"/>
            </a:solidFill>
            <a:ln w="31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4572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pic>
        <p:nvPicPr>
          <p:cNvPr id="211" name="Picture 2" descr="C:\Users\t-dantay\Documents\First24\question1.png">
            <a:extLst>
              <a:ext uri="{FF2B5EF4-FFF2-40B4-BE49-F238E27FC236}">
                <a16:creationId xmlns:a16="http://schemas.microsoft.com/office/drawing/2014/main" id="{B3A64CF7-039A-47D9-963D-D0D2F951FC36}"/>
              </a:ext>
            </a:extLst>
          </p:cNvPr>
          <p:cNvPicPr>
            <a:picLocks noChangeAspect="1" noChangeArrowheads="1"/>
          </p:cNvPicPr>
          <p:nvPr>
            <p:custDataLst>
              <p:custData r:id="rId26"/>
            </p:custDataLst>
          </p:nvPr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3841" y="2708441"/>
            <a:ext cx="168841" cy="168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Picture 2" descr="C:\Users\t-dantay\Documents\First24\question1.png">
            <a:extLst>
              <a:ext uri="{FF2B5EF4-FFF2-40B4-BE49-F238E27FC236}">
                <a16:creationId xmlns:a16="http://schemas.microsoft.com/office/drawing/2014/main" id="{F2F42B92-639A-45AF-BB53-FFE6891931B2}"/>
              </a:ext>
            </a:extLst>
          </p:cNvPr>
          <p:cNvPicPr>
            <a:picLocks noChangeAspect="1" noChangeArrowheads="1"/>
          </p:cNvPicPr>
          <p:nvPr>
            <p:custDataLst>
              <p:custData r:id="rId27"/>
            </p:custDataLst>
          </p:nvPr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3841" y="3231172"/>
            <a:ext cx="164297" cy="16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Picture 2" descr="C:\Users\t-dantay\Documents\First24\question1.png">
            <a:extLst>
              <a:ext uri="{FF2B5EF4-FFF2-40B4-BE49-F238E27FC236}">
                <a16:creationId xmlns:a16="http://schemas.microsoft.com/office/drawing/2014/main" id="{0EAEB709-00FF-4106-A0F1-395BEB113F50}"/>
              </a:ext>
            </a:extLst>
          </p:cNvPr>
          <p:cNvPicPr>
            <a:picLocks noChangeAspect="1" noChangeArrowheads="1"/>
          </p:cNvPicPr>
          <p:nvPr>
            <p:custDataLst>
              <p:custData r:id="rId28"/>
            </p:custDataLst>
          </p:nvPr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3841" y="3736584"/>
            <a:ext cx="164297" cy="16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Picture 2" descr="C:\Users\t-dantay\Documents\First24\question1.png">
            <a:extLst>
              <a:ext uri="{FF2B5EF4-FFF2-40B4-BE49-F238E27FC236}">
                <a16:creationId xmlns:a16="http://schemas.microsoft.com/office/drawing/2014/main" id="{7FD3945E-A5AC-416F-89B0-ED2C09274AF0}"/>
              </a:ext>
            </a:extLst>
          </p:cNvPr>
          <p:cNvPicPr>
            <a:picLocks noChangeAspect="1" noChangeArrowheads="1"/>
          </p:cNvPicPr>
          <p:nvPr>
            <p:custDataLst>
              <p:custData r:id="rId29"/>
            </p:custDataLst>
          </p:nvPr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3138" y="1672773"/>
            <a:ext cx="165000" cy="16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4124897-AE0D-4A6F-9383-E3BF57CA51C4}"/>
              </a:ext>
            </a:extLst>
          </p:cNvPr>
          <p:cNvSpPr/>
          <p:nvPr/>
        </p:nvSpPr>
        <p:spPr>
          <a:xfrm>
            <a:off x="2320743" y="3501957"/>
            <a:ext cx="5217391" cy="71274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82758F24-CD08-45C8-A793-5A738F5FBAD6}"/>
              </a:ext>
            </a:extLst>
          </p:cNvPr>
          <p:cNvSpPr/>
          <p:nvPr/>
        </p:nvSpPr>
        <p:spPr>
          <a:xfrm>
            <a:off x="7743217" y="3635621"/>
            <a:ext cx="646181" cy="42081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5" name="Callout">
            <a:extLst>
              <a:ext uri="{FF2B5EF4-FFF2-40B4-BE49-F238E27FC236}">
                <a16:creationId xmlns:a16="http://schemas.microsoft.com/office/drawing/2014/main" id="{E3BFA9E0-24CA-4E47-9CDF-A985C36E55DA}"/>
              </a:ext>
            </a:extLst>
          </p:cNvPr>
          <p:cNvGrpSpPr/>
          <p:nvPr>
            <p:custDataLst>
              <p:custData r:id="rId30"/>
            </p:custDataLst>
          </p:nvPr>
        </p:nvGrpSpPr>
        <p:grpSpPr>
          <a:xfrm>
            <a:off x="254000" y="254000"/>
            <a:ext cx="320451" cy="319476"/>
            <a:chOff x="4283964" y="3147930"/>
            <a:chExt cx="320451" cy="319476"/>
          </a:xfrm>
        </p:grpSpPr>
        <p:sp>
          <p:nvSpPr>
            <p:cNvPr id="76" name="Circle">
              <a:extLst>
                <a:ext uri="{FF2B5EF4-FFF2-40B4-BE49-F238E27FC236}">
                  <a16:creationId xmlns:a16="http://schemas.microsoft.com/office/drawing/2014/main" id="{BFF11210-3223-4F32-83CC-93937212698F}"/>
                </a:ext>
              </a:extLst>
            </p:cNvPr>
            <p:cNvSpPr/>
            <p:nvPr>
              <p:custDataLst>
                <p:custData r:id="rId32"/>
              </p:custDataLst>
            </p:nvPr>
          </p:nvSpPr>
          <p:spPr>
            <a:xfrm>
              <a:off x="4283964" y="3147930"/>
              <a:ext cx="320451" cy="319476"/>
            </a:xfrm>
            <a:prstGeom prst="ellipse">
              <a:avLst/>
            </a:prstGeom>
            <a:solidFill>
              <a:srgbClr val="FFFF00"/>
            </a:solidFill>
            <a:ln w="38100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4572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7" name="Content">
              <a:extLst>
                <a:ext uri="{FF2B5EF4-FFF2-40B4-BE49-F238E27FC236}">
                  <a16:creationId xmlns:a16="http://schemas.microsoft.com/office/drawing/2014/main" id="{9EE651FD-3EC9-4C36-955E-34D7AB91895E}"/>
                </a:ext>
              </a:extLst>
            </p:cNvPr>
            <p:cNvSpPr txBox="1"/>
            <p:nvPr/>
          </p:nvSpPr>
          <p:spPr>
            <a:xfrm flipH="1">
              <a:off x="4309771" y="3157455"/>
              <a:ext cx="2688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</a:t>
              </a:r>
            </a:p>
          </p:txBody>
        </p:sp>
      </p:grpSp>
      <p:grpSp>
        <p:nvGrpSpPr>
          <p:cNvPr id="82" name="StickyNote">
            <a:extLst>
              <a:ext uri="{FF2B5EF4-FFF2-40B4-BE49-F238E27FC236}">
                <a16:creationId xmlns:a16="http://schemas.microsoft.com/office/drawing/2014/main" id="{2412EB85-493F-45FD-8E8D-E6123C2E8115}"/>
              </a:ext>
            </a:extLst>
          </p:cNvPr>
          <p:cNvGrpSpPr/>
          <p:nvPr>
            <p:custDataLst>
              <p:custData r:id="rId31"/>
            </p:custDataLst>
          </p:nvPr>
        </p:nvGrpSpPr>
        <p:grpSpPr>
          <a:xfrm>
            <a:off x="8401691" y="3285164"/>
            <a:ext cx="2203551" cy="1005145"/>
            <a:chOff x="3886200" y="2629127"/>
            <a:chExt cx="1371600" cy="1485673"/>
          </a:xfrm>
        </p:grpSpPr>
        <p:sp>
          <p:nvSpPr>
            <p:cNvPr id="83" name="Content">
              <a:extLst>
                <a:ext uri="{FF2B5EF4-FFF2-40B4-BE49-F238E27FC236}">
                  <a16:creationId xmlns:a16="http://schemas.microsoft.com/office/drawing/2014/main" id="{C9CE40E6-B3B5-4B05-AA97-505D3E7994B3}"/>
                </a:ext>
              </a:extLst>
            </p:cNvPr>
            <p:cNvSpPr/>
            <p:nvPr/>
          </p:nvSpPr>
          <p:spPr>
            <a:xfrm>
              <a:off x="3886200" y="2743200"/>
              <a:ext cx="1371600" cy="1371600"/>
            </a:xfrm>
            <a:prstGeom prst="rect">
              <a:avLst/>
            </a:prstGeom>
            <a:gradFill>
              <a:gsLst>
                <a:gs pos="100000">
                  <a:srgbClr val="FFFF89"/>
                </a:gs>
                <a:gs pos="0">
                  <a:srgbClr val="FFFF99"/>
                </a:gs>
              </a:gsLst>
              <a:lin ang="5400000" scaled="0"/>
            </a:gradFill>
            <a:ln w="3175">
              <a:solidFill>
                <a:srgbClr val="FFFFFF">
                  <a:lumMod val="50000"/>
                </a:srgbClr>
              </a:solidFill>
            </a:ln>
            <a:effectLst/>
          </p:spPr>
          <p:style>
            <a:lnRef idx="2">
              <a:srgbClr val="4F81BD">
                <a:shade val="50000"/>
              </a:srgbClr>
            </a:lnRef>
            <a:fillRef idx="1">
              <a:srgbClr val="4F81BD"/>
            </a:fillRef>
            <a:effectRef idx="0">
              <a:srgbClr val="4F81BD"/>
            </a:effectRef>
            <a:fontRef idx="minor">
              <a:srgbClr val="000000"/>
            </a:fontRef>
          </p:style>
          <p:txBody>
            <a:bodyPr lIns="91440" tIns="137160" rIns="91440" bIns="45720" rtlCol="0" anchor="t" anchorCtr="0">
              <a:normAutofit/>
            </a:bodyPr>
            <a:lstStyle/>
            <a:p>
              <a:r>
                <a:rPr lang="en-US" sz="1200" i="1" dirty="0">
                  <a:solidFill>
                    <a:sysClr val="windowText" lastClr="000000"/>
                  </a:solidFill>
                  <a:latin typeface="Segoe UI" pitchFamily="34" charset="0"/>
                  <a:cs typeface="Segoe UI" pitchFamily="34" charset="0"/>
                </a:rPr>
                <a:t>Future Conversation: </a:t>
              </a:r>
              <a:r>
                <a:rPr lang="en-US" sz="1200" dirty="0">
                  <a:solidFill>
                    <a:sysClr val="windowText" lastClr="000000"/>
                  </a:solidFill>
                  <a:latin typeface="Segoe UI" pitchFamily="34" charset="0"/>
                  <a:cs typeface="Segoe UI" pitchFamily="34" charset="0"/>
                </a:rPr>
                <a:t>Will they need more detail on the injury?</a:t>
              </a:r>
            </a:p>
          </p:txBody>
        </p:sp>
        <p:sp>
          <p:nvSpPr>
            <p:cNvPr id="84" name="Tape">
              <a:extLst>
                <a:ext uri="{FF2B5EF4-FFF2-40B4-BE49-F238E27FC236}">
                  <a16:creationId xmlns:a16="http://schemas.microsoft.com/office/drawing/2014/main" id="{56BBBBA6-E6D3-48EF-AAC7-FD4AA30CA3AC}"/>
                </a:ext>
              </a:extLst>
            </p:cNvPr>
            <p:cNvSpPr/>
            <p:nvPr/>
          </p:nvSpPr>
          <p:spPr>
            <a:xfrm rot="401918">
              <a:off x="4290086" y="2629127"/>
              <a:ext cx="563828" cy="215444"/>
            </a:xfrm>
            <a:prstGeom prst="rect">
              <a:avLst/>
            </a:prstGeom>
            <a:solidFill>
              <a:srgbClr val="C00000"/>
            </a:solidFill>
            <a:ln w="317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4572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53E69323-0653-4636-8681-850F64A3AB96}"/>
              </a:ext>
            </a:extLst>
          </p:cNvPr>
          <p:cNvSpPr/>
          <p:nvPr/>
        </p:nvSpPr>
        <p:spPr>
          <a:xfrm>
            <a:off x="4689761" y="4298486"/>
            <a:ext cx="1380181" cy="233250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Arrow: Left 85">
            <a:extLst>
              <a:ext uri="{FF2B5EF4-FFF2-40B4-BE49-F238E27FC236}">
                <a16:creationId xmlns:a16="http://schemas.microsoft.com/office/drawing/2014/main" id="{54F287E4-577C-4415-8711-3911D217E6E3}"/>
              </a:ext>
            </a:extLst>
          </p:cNvPr>
          <p:cNvSpPr/>
          <p:nvPr/>
        </p:nvSpPr>
        <p:spPr>
          <a:xfrm>
            <a:off x="6142604" y="5182808"/>
            <a:ext cx="646181" cy="42081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416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5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5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4.xml"/></Relationships>
</file>

<file path=customXml/_rels/item5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5.xml"/></Relationships>
</file>

<file path=customXml/_rels/item5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6.xml"/></Relationships>
</file>

<file path=customXml/_rels/item5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7.xml"/></Relationships>
</file>

<file path=customXml/_rels/item5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5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6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6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1.xml"/></Relationships>
</file>

<file path=customXml/_rels/item6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2.xml"/></Relationships>
</file>

<file path=customXml/_rels/item6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3.xml"/></Relationships>
</file>

<file path=customXml/_rels/item6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4.xml"/></Relationships>
</file>

<file path=customXml/_rels/item6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5.xml"/></Relationships>
</file>

<file path=customXml/_rels/item6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6.xml"/></Relationships>
</file>

<file path=customXml/_rels/item6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7.xml"/></Relationships>
</file>

<file path=customXml/_rels/item6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8.xml"/></Relationships>
</file>

<file path=customXml/_rels/item6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9.xml"/></Relationships>
</file>

<file path=customXml/_rels/item7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0.xml"/></Relationships>
</file>

<file path=customXml/_rels/item7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1.xml"/></Relationships>
</file>

<file path=customXml/_rels/item7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2.xml"/></Relationships>
</file>

<file path=customXml/_rels/item7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3.xml"/></Relationships>
</file>

<file path=customXml/_rels/item7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4.xml"/></Relationships>
</file>

<file path=customXml/_rels/item7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5.xml"/></Relationships>
</file>

<file path=customXml/_rels/item7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6.xml"/></Relationships>
</file>

<file path=customXml/_rels/item7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7.xml"/></Relationships>
</file>

<file path=customXml/_rels/item7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8.xml"/></Relationships>
</file>

<file path=customXml/_rels/item7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9.xml"/></Relationships>
</file>

<file path=customXml/_rels/item8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0.xml"/></Relationships>
</file>

<file path=customXml/_rels/item8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1.xml"/></Relationships>
</file>

<file path=customXml/_rels/item8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2.xml"/></Relationships>
</file>

<file path=customXml/_rels/item8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3.xml"/></Relationships>
</file>

<file path=customXml/_rels/item8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4.xml"/></Relationships>
</file>

<file path=customXml/_rels/item8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5.xml"/></Relationships>
</file>

<file path=customXml/_rels/item8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6.xml"/></Relationships>
</file>

<file path=customXml/_rels/item8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7.xml"/></Relationships>
</file>

<file path=customXml/_rels/item8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8.xml"/></Relationships>
</file>

<file path=customXml/_rels/item8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9.xml"/></Relationships>
</file>

<file path=customXml/_rels/item9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0.xml"/></Relationships>
</file>

<file path=customXml/_rels/item9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1.xml"/></Relationships>
</file>

<file path=customXml/_rels/item9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2.xml"/></Relationships>
</file>

<file path=customXml/_rels/item9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3.xml"/></Relationships>
</file>

<file path=customXml/_rels/item9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4.xml"/></Relationships>
</file>

<file path=customXml/_rels/item9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5.xml"/></Relationships>
</file>

<file path=customXml/_rels/item9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6.xml"/></Relationships>
</file>

<file path=customXml/_rels/item9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7.xml"/></Relationships>
</file>

<file path=customXml/_rels/item9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8.xml"/></Relationships>
</file>

<file path=customXml/_rels/item9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9.xml"/></Relationships>
</file>

<file path=customXml/_rels/item10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0.xml"/></Relationships>
</file>

<file path=customXml/_rels/item10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1.xml"/></Relationships>
</file>

<file path=customXml/_rels/item10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2.xml"/></Relationships>
</file>

<file path=customXml/_rels/item10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3.xml"/></Relationships>
</file>

<file path=customXml/_rels/item10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4.xml"/></Relationships>
</file>

<file path=customXml/_rels/item10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5.xml"/></Relationships>
</file>

<file path=customXml/_rels/item10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6.xml"/></Relationships>
</file>

<file path=customXml/_rels/item10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7.xml"/></Relationships>
</file>

<file path=customXml/_rels/item10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8.xml"/></Relationships>
</file>

<file path=customXml/_rels/item10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9.xml"/></Relationships>
</file>

<file path=customXml/_rels/item1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0.xml"/></Relationships>
</file>

<file path=customXml/_rels/item1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1.xml"/></Relationships>
</file>

<file path=customXml/_rels/item1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2.xml"/></Relationships>
</file>

<file path=customXml/_rels/item1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3.xml"/></Relationships>
</file>

<file path=customXml/_rels/item1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4.xml"/></Relationships>
</file>

<file path=customXml/_rels/item1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5.xml"/></Relationships>
</file>

<file path=customXml/_rels/item1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6.xml"/></Relationships>
</file>

<file path=customXml/_rels/item1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7.xml"/></Relationships>
</file>

<file path=customXml/_rels/item1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8.xml"/></Relationships>
</file>

<file path=customXml/_rels/item1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9.xml"/></Relationships>
</file>

<file path=customXml/_rels/item1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0.xml"/></Relationships>
</file>

<file path=customXml/item1.xml><?xml version="1.0" encoding="utf-8"?>
<Control xmlns="http://schemas.microsoft.com/VisualStudio/2011/storyboarding/control">
  <Id Name="System.Storyboarding.Icons.Help" Revision="1" Stencil="System.Storyboarding.Icons" StencilVersion="0.1"/>
</Control>
</file>

<file path=customXml/item2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3.xml><?xml version="1.0" encoding="utf-8"?>
<Control xmlns="http://schemas.microsoft.com/VisualStudio/2011/storyboarding/control">
  <Id Name="System.Storyboarding.Annotation.StickyNote" Revision="1" Stencil="System.Storyboarding.Annotation" StencilVersion="0.1"/>
</Control>
</file>

<file path=customXml/item4.xml><?xml version="1.0" encoding="utf-8"?>
<Control xmlns="http://schemas.microsoft.com/VisualStudio/2011/storyboarding/control">
  <Id Name="2af01176-85ee-4929-8d41-a331980c979e" RevisionId="be170569-95d9-41cc-85ac-d2bbd0fbf029" Stencil="172d6d98-e5c9-42e9-a209-79f7a94bbd38" StencilRevisionId="00000000-0000-0000-0000-000000000000" StencilVersion="0.0"/>
</Control>
</file>

<file path=customXml/item5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6.xml><?xml version="1.0" encoding="utf-8"?>
<Control xmlns="http://schemas.microsoft.com/VisualStudio/2011/storyboarding/control">
  <Id Name="System.Storyboarding.Common.Breadcrumb" Revision="1" Stencil="System.Storyboarding.Common" StencilVersion="0.1"/>
</Control>
</file>

<file path=customXml/item7.xml><?xml version="1.0" encoding="utf-8"?>
<Control xmlns="http://schemas.microsoft.com/VisualStudio/2011/storyboarding/control">
  <Id Name="e277fcca-87a5-46f1-894d-312df1ee4e3f" RevisionId="28251bc5-c0d8-4cb4-be58-e5c107be1f2b" Stencil="172d6d98-e5c9-42e9-a209-79f7a94bbd38" StencilRevisionId="00000000-0000-0000-0000-000000000000" StencilVersion="0.0"/>
</Control>
</file>

<file path=customXml/item8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9.xml><?xml version="1.0" encoding="utf-8"?>
<Control xmlns="http://schemas.microsoft.com/VisualStudio/2011/storyboarding/control">
  <Id Name="System.Storyboarding.Icons.Settings" Revision="1" Stencil="System.Storyboarding.Icons" StencilVersion="0.1"/>
</Control>
</file>

<file path=customXml/item10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11.xml><?xml version="1.0" encoding="utf-8"?>
<Control xmlns="http://schemas.microsoft.com/VisualStudio/2011/storyboarding/control">
  <Id Name="System.Storyboarding.Common.List" Revision="1" Stencil="System.Storyboarding.Common" StencilVersion="0.1"/>
</Control>
</file>

<file path=customXml/item12.xml><?xml version="1.0" encoding="utf-8"?>
<Control xmlns="http://schemas.microsoft.com/VisualStudio/2011/storyboarding/control">
  <Id Name="System.Storyboarding.Common.DataGrid" Revision="1" Stencil="System.Storyboarding.Common" StencilVersion="0.1"/>
</Control>
</file>

<file path=customXml/item13.xml><?xml version="1.0" encoding="utf-8"?>
<Control xmlns="http://schemas.microsoft.com/VisualStudio/2011/storyboarding/control">
  <Id Name="System.Storyboarding.Icons.Settings" Revision="1" Stencil="System.Storyboarding.Icons" StencilVersion="0.1"/>
</Control>
</file>

<file path=customXml/item14.xml><?xml version="1.0" encoding="utf-8"?>
<Control xmlns="http://schemas.microsoft.com/VisualStudio/2011/storyboarding/control">
  <Id Name="2af01176-85ee-4929-8d41-a331980c979e" RevisionId="be170569-95d9-41cc-85ac-d2bbd0fbf029" Stencil="172d6d98-e5c9-42e9-a209-79f7a94bbd38" StencilRevisionId="00000000-0000-0000-0000-000000000000" StencilVersion="0.0"/>
</Control>
</file>

<file path=customXml/item15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16.xml><?xml version="1.0" encoding="utf-8"?>
<Control xmlns="http://schemas.microsoft.com/VisualStudio/2011/storyboarding/control">
  <Id Name="System.Storyboarding.Common.List" Revision="1" Stencil="System.Storyboarding.Common" StencilVersion="0.1"/>
</Control>
</file>

<file path=customXml/item17.xml><?xml version="1.0" encoding="utf-8"?>
<Control xmlns="http://schemas.microsoft.com/VisualStudio/2011/storyboarding/control">
  <Id Name="System.Storyboarding.WindowsAppIcons.Plus" Revision="1" Stencil="System.Storyboarding.WindowsAppIcons" StencilVersion="0.1"/>
</Control>
</file>

<file path=customXml/item18.xml><?xml version="1.0" encoding="utf-8"?>
<Control xmlns="http://schemas.microsoft.com/VisualStudio/2011/storyboarding/control">
  <Id Name="System.Storyboarding.Common.CheckBoxChecked" Revision="1" Stencil="System.Storyboarding.Common" StencilVersion="0.1"/>
</Control>
</file>

<file path=customXml/item19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20.xml><?xml version="1.0" encoding="utf-8"?>
<Control xmlns="http://schemas.microsoft.com/VisualStudio/2011/storyboarding/control">
  <Id Name="System.Storyboarding.Icons.Settings" Revision="1" Stencil="System.Storyboarding.Icons" StencilVersion="0.1"/>
</Control>
</file>

<file path=customXml/item21.xml><?xml version="1.0" encoding="utf-8"?>
<Control xmlns="http://schemas.microsoft.com/VisualStudio/2011/storyboarding/control">
  <Id Name="System.Storyboarding.WindowsApps.DateTimePicker" Revision="1" Stencil="System.Storyboarding.WindowsApps" StencilVersion="0.1"/>
</Control>
</file>

<file path=customXml/item22.xml><?xml version="1.0" encoding="utf-8"?>
<Control xmlns="http://schemas.microsoft.com/VisualStudio/2011/storyboarding/control">
  <Id Name="32035d07-bc66-4a79-8001-2507012193e3" RevisionId="7f6cc906-8fab-4878-8f41-90bcdc4e860e" Stencil="172d6d98-e5c9-42e9-a209-79f7a94bbd38" StencilRevisionId="00000000-0000-0000-0000-000000000000" StencilVersion="0.0"/>
</Control>
</file>

<file path=customXml/item23.xml><?xml version="1.0" encoding="utf-8"?>
<Control xmlns="http://schemas.microsoft.com/VisualStudio/2011/storyboarding/control">
  <Id Name="System.Storyboarding.Annotation.CallOut" Revision="1" Stencil="System.Storyboarding.Annotation" StencilVersion="0.1"/>
</Control>
</file>

<file path=customXml/item24.xml><?xml version="1.0" encoding="utf-8"?>
<Control xmlns="http://schemas.microsoft.com/VisualStudio/2011/storyboarding/control">
  <Id Name="System.Storyboarding.Icons.Play" Revision="1" Stencil="System.Storyboarding.Icons" StencilVersion="0.1"/>
</Control>
</file>

<file path=customXml/item25.xml><?xml version="1.0" encoding="utf-8"?>
<Control xmlns="http://schemas.microsoft.com/VisualStudio/2011/storyboarding/control">
  <Id Name="e277fcca-87a5-46f1-894d-312df1ee4e3f" RevisionId="28251bc5-c0d8-4cb4-be58-e5c107be1f2b" Stencil="172d6d98-e5c9-42e9-a209-79f7a94bbd38" StencilRevisionId="00000000-0000-0000-0000-000000000000" StencilVersion="0.0"/>
</Control>
</file>

<file path=customXml/item26.xml><?xml version="1.0" encoding="utf-8"?>
<Control xmlns="http://schemas.microsoft.com/VisualStudio/2011/storyboarding/control">
  <Id Name="System.Storyboarding.WindowsApps.WindowsAppsComboBox" Revision="1" Stencil="System.Storyboarding.WindowsApps" StencilVersion="0.1"/>
</Control>
</file>

<file path=customXml/item27.xml><?xml version="1.0" encoding="utf-8"?>
<Control xmlns="http://schemas.microsoft.com/VisualStudio/2011/storyboarding/control">
  <Id Name="System.Storyboarding.Common.CheckBoxChecked" Revision="1" Stencil="System.Storyboarding.Common" StencilVersion="0.1"/>
</Control>
</file>

<file path=customXml/item28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29.xml><?xml version="1.0" encoding="utf-8"?>
<Control xmlns="http://schemas.microsoft.com/VisualStudio/2011/storyboarding/control">
  <Id Name="System.Storyboarding.Common.List" Revision="1" Stencil="System.Storyboarding.Common" StencilVersion="0.1"/>
</Control>
</file>

<file path=customXml/item30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31.xml><?xml version="1.0" encoding="utf-8"?>
<Control xmlns="http://schemas.microsoft.com/VisualStudio/2011/storyboarding/control">
  <Id Name="System.Storyboarding.Common.Hyperlink" Revision="1" Stencil="System.Storyboarding.Common" StencilVersion="0.1"/>
</Control>
</file>

<file path=customXml/item32.xml><?xml version="1.0" encoding="utf-8"?>
<Control xmlns="http://schemas.microsoft.com/VisualStudio/2011/storyboarding/control">
  <Id Name="System.Storyboarding.WindowsApps.WindowsAppsComboBox" Revision="1" Stencil="System.Storyboarding.WindowsApps" StencilVersion="0.1"/>
</Control>
</file>

<file path=customXml/item33.xml><?xml version="1.0" encoding="utf-8"?>
<Control xmlns="http://schemas.microsoft.com/VisualStudio/2011/storyboarding/control">
  <Id Name="System.Storyboarding.Common.Hyperlink" Revision="1" Stencil="System.Storyboarding.Common" StencilVersion="0.1"/>
</Control>
</file>

<file path=customXml/item34.xml><?xml version="1.0" encoding="utf-8"?>
<Control xmlns="http://schemas.microsoft.com/VisualStudio/2011/storyboarding/control">
  <Id Name="System.Storyboarding.WindowsApps.WindowsAppsComboBox" Revision="1" Stencil="System.Storyboarding.WindowsApps" StencilVersion="0.1"/>
</Control>
</file>

<file path=customXml/item35.xml><?xml version="1.0" encoding="utf-8"?>
<Control xmlns="http://schemas.microsoft.com/VisualStudio/2011/storyboarding/control">
  <Id Name="System.Storyboarding.WindowsApps.DateTimePicker" Revision="1" Stencil="System.Storyboarding.WindowsApps" StencilVersion="0.1"/>
</Control>
</file>

<file path=customXml/item36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37.xml><?xml version="1.0" encoding="utf-8"?>
<Control xmlns="http://schemas.microsoft.com/VisualStudio/2011/storyboarding/control">
  <Id Name="System.Storyboarding.Common.List" Revision="1" Stencil="System.Storyboarding.Common" StencilVersion="0.1"/>
</Control>
</file>

<file path=customXml/item38.xml><?xml version="1.0" encoding="utf-8"?>
<Control xmlns="http://schemas.microsoft.com/VisualStudio/2011/storyboarding/control">
  <Id Name="fd7d7bed-114e-464c-a4f1-01a512005949" Revision="1" Stencil="System.MyShapes" StencilVersion="1.0"/>
</Control>
</file>

<file path=customXml/item39.xml><?xml version="1.0" encoding="utf-8"?>
<Control xmlns="http://schemas.microsoft.com/VisualStudio/2011/storyboarding/control">
  <Id Name="2af01176-85ee-4929-8d41-a331980c979e" RevisionId="be170569-95d9-41cc-85ac-d2bbd0fbf029" Stencil="172d6d98-e5c9-42e9-a209-79f7a94bbd38" StencilRevisionId="00000000-0000-0000-0000-000000000000" StencilVersion="0.0"/>
</Control>
</file>

<file path=customXml/item40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41.xml><?xml version="1.0" encoding="utf-8"?>
<Control xmlns="http://schemas.microsoft.com/VisualStudio/2011/storyboarding/control">
  <Id Name="System.Storyboarding.Common.Hyperlink" Revision="1" Stencil="System.Storyboarding.Common" StencilVersion="0.1"/>
</Control>
</file>

<file path=customXml/item42.xml><?xml version="1.0" encoding="utf-8"?>
<Control xmlns="http://schemas.microsoft.com/VisualStudio/2011/storyboarding/control">
  <Id Name="System.Storyboarding.WindowsApps.WindowsAppsComboBox" Revision="1" Stencil="System.Storyboarding.WindowsApps" StencilVersion="0.1"/>
</Control>
</file>

<file path=customXml/item43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44.xml><?xml version="1.0" encoding="utf-8"?>
<Control xmlns="http://schemas.microsoft.com/VisualStudio/2011/storyboarding/control">
  <Id Name="System.Storyboarding.Common.Hyperlink" Revision="1" Stencil="System.Storyboarding.Common" StencilVersion="0.1"/>
</Control>
</file>

<file path=customXml/item45.xml><?xml version="1.0" encoding="utf-8"?>
<Control xmlns="http://schemas.microsoft.com/VisualStudio/2011/storyboarding/control">
  <Id Name="System.Storyboarding.Common.Hyperlink" Revision="1" Stencil="System.Storyboarding.Common" StencilVersion="0.1"/>
</Control>
</file>

<file path=customXml/item46.xml><?xml version="1.0" encoding="utf-8"?>
<Control xmlns="http://schemas.microsoft.com/VisualStudio/2011/storyboarding/control">
  <Id Name="System.Storyboarding.WindowsApps.DateTimePicker" Revision="1" Stencil="System.Storyboarding.WindowsApps" StencilVersion="0.1"/>
</Control>
</file>

<file path=customXml/item47.xml><?xml version="1.0" encoding="utf-8"?>
<Control xmlns="http://schemas.microsoft.com/VisualStudio/2011/storyboarding/control">
  <Id Name="System.Storyboarding.Common.ScrollbarVertical" RevisionId="68ea164d-c1de-47a5-804f-d4d1290fa524" Stencil="System.Storyboarding.Common" StencilRevisionId="68ea164d-c1de-47a5-804f-d4d1290fa524" StencilVersion="0.1"/>
</Control>
</file>

<file path=customXml/item48.xml><?xml version="1.0" encoding="utf-8"?>
<Control xmlns="http://schemas.microsoft.com/VisualStudio/2011/storyboarding/control">
  <Id Name="System.Storyboarding.Icons.CurvedArrow" Revision="1" Stencil="System.Storyboarding.Icons" StencilVersion="0.1"/>
</Control>
</file>

<file path=customXml/item49.xml><?xml version="1.0" encoding="utf-8"?>
<Control xmlns="http://schemas.microsoft.com/VisualStudio/2011/storyboarding/control">
  <Id Name="System.Storyboarding.Common.Hyperlink" Revision="1" Stencil="System.Storyboarding.Common" StencilVersion="0.1"/>
</Control>
</file>

<file path=customXml/item50.xml><?xml version="1.0" encoding="utf-8"?>
<Control xmlns="http://schemas.microsoft.com/VisualStudio/2011/storyboarding/control">
  <Id Name="System.Storyboarding.Common.CheckBoxChecked" Revision="1" Stencil="System.Storyboarding.Common" StencilVersion="0.1"/>
</Control>
</file>

<file path=customXml/item51.xml><?xml version="1.0" encoding="utf-8"?>
<Control xmlns="http://schemas.microsoft.com/VisualStudio/2011/storyboarding/control">
  <Id Name="System.Storyboarding.Annotation.StickyNote" Revision="1" Stencil="System.Storyboarding.Annotation" StencilVersion="0.1"/>
</Control>
</file>

<file path=customXml/item52.xml><?xml version="1.0" encoding="utf-8"?>
<Control xmlns="http://schemas.microsoft.com/VisualStudio/2011/storyboarding/control">
  <Id Name="System.Storyboarding.Icons.Play" Revision="1" Stencil="System.Storyboarding.Icons" StencilVersion="0.1"/>
</Control>
</file>

<file path=customXml/item53.xml><?xml version="1.0" encoding="utf-8"?>
<Control xmlns="http://schemas.microsoft.com/VisualStudio/2011/storyboarding/control">
  <Id Name="System.Storyboarding.Common.Hyperlink" Revision="1" Stencil="System.Storyboarding.Common" StencilVersion="0.1"/>
</Control>
</file>

<file path=customXml/item54.xml><?xml version="1.0" encoding="utf-8"?>
<Control xmlns="http://schemas.microsoft.com/VisualStudio/2011/storyboarding/control">
  <Id Name="System.Storyboarding.Icons.Error" Revision="1" Stencil="System.Storyboarding.Icons" StencilVersion="0.1"/>
</Control>
</file>

<file path=customXml/item55.xml><?xml version="1.0" encoding="utf-8"?>
<Control xmlns="http://schemas.microsoft.com/VisualStudio/2011/storyboarding/control">
  <Id Name="System.Storyboarding.WindowsApps.WindowsAppsComboBox" Revision="1" Stencil="System.Storyboarding.WindowsApps" StencilVersion="0.1"/>
</Control>
</file>

<file path=customXml/item56.xml><?xml version="1.0" encoding="utf-8"?>
<Control xmlns="http://schemas.microsoft.com/VisualStudio/2011/storyboarding/control">
  <Id Name="System.Storyboarding.Annotation.StickyNote" Revision="1" Stencil="System.Storyboarding.Annotation" StencilVersion="0.1"/>
</Control>
</file>

<file path=customXml/item57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58.xml><?xml version="1.0" encoding="utf-8"?>
<Control xmlns="http://schemas.microsoft.com/VisualStudio/2011/storyboarding/control">
  <Id Name="System.Storyboarding.Common.ScrollbarVertical" RevisionId="68ea164d-c1de-47a5-804f-d4d1290fa524" Stencil="System.Storyboarding.Common" StencilRevisionId="68ea164d-c1de-47a5-804f-d4d1290fa524" StencilVersion="0.1"/>
</Control>
</file>

<file path=customXml/item59.xml><?xml version="1.0" encoding="utf-8"?>
<Control xmlns="http://schemas.microsoft.com/VisualStudio/2011/storyboarding/control">
  <Id Name="System.Storyboarding.Icons.Help" Revision="1" Stencil="System.Storyboarding.Icons" StencilVersion="0.1"/>
</Control>
</file>

<file path=customXml/item60.xml><?xml version="1.0" encoding="utf-8"?>
<Control xmlns="http://schemas.microsoft.com/VisualStudio/2011/storyboarding/control">
  <Id Name="System.Storyboarding.Common.CheckBoxChecked" Revision="1" Stencil="System.Storyboarding.Common" StencilVersion="0.1"/>
</Control>
</file>

<file path=customXml/item61.xml><?xml version="1.0" encoding="utf-8"?>
<Control xmlns="http://schemas.microsoft.com/VisualStudio/2011/storyboarding/control">
  <Id Name="System.Storyboarding.Icons.Play" Revision="1" Stencil="System.Storyboarding.Icons" StencilVersion="0.1"/>
</Control>
</file>

<file path=customXml/item62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63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64.xml><?xml version="1.0" encoding="utf-8"?>
<Control xmlns="http://schemas.microsoft.com/VisualStudio/2011/storyboarding/control">
  <Id Name="System.Storyboarding.WindowsApps.WindowsAppsComboBox" Revision="1" Stencil="System.Storyboarding.WindowsApps" StencilVersion="0.1"/>
</Control>
</file>

<file path=customXml/item65.xml><?xml version="1.0" encoding="utf-8"?>
<Control xmlns="http://schemas.microsoft.com/VisualStudio/2011/storyboarding/control">
  <Id Name="System.Storyboarding.Common.Hyperlink" Revision="1" Stencil="System.Storyboarding.Common" StencilVersion="0.1"/>
</Control>
</file>

<file path=customXml/item66.xml><?xml version="1.0" encoding="utf-8"?>
<Control xmlns="http://schemas.microsoft.com/VisualStudio/2011/storyboarding/control">
  <Id Name="System.Storyboarding.Common.ScrollbarHorizontal" Revision="1" Stencil="System.Storyboarding.Common" StencilVersion="0.1"/>
</Control>
</file>

<file path=customXml/item67.xml><?xml version="1.0" encoding="utf-8"?>
<Control xmlns="http://schemas.microsoft.com/VisualStudio/2011/storyboarding/control">
  <Id Name="System.Storyboarding.Common.CheckBoxChecked" Revision="1" Stencil="System.Storyboarding.Common" StencilVersion="0.1"/>
</Control>
</file>

<file path=customXml/item68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69.xml><?xml version="1.0" encoding="utf-8"?>
<Control xmlns="http://schemas.microsoft.com/VisualStudio/2011/storyboarding/control">
  <Id Name="System.Storyboarding.Icons.Error" Revision="1" Stencil="System.Storyboarding.Icons" StencilVersion="0.1"/>
</Control>
</file>

<file path=customXml/item70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71.xml><?xml version="1.0" encoding="utf-8"?>
<Control xmlns="http://schemas.microsoft.com/VisualStudio/2011/storyboarding/control">
  <Id Name="2af01176-85ee-4929-8d41-a331980c979e" RevisionId="be170569-95d9-41cc-85ac-d2bbd0fbf029" Stencil="172d6d98-e5c9-42e9-a209-79f7a94bbd38" StencilRevisionId="00000000-0000-0000-0000-000000000000" StencilVersion="0.0"/>
</Control>
</file>

<file path=customXml/item72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73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74.xml><?xml version="1.0" encoding="utf-8"?>
<Control xmlns="http://schemas.microsoft.com/VisualStudio/2011/storyboarding/control">
  <Id Name="System.Storyboarding.WindowsAppIcons.Filter" Revision="1" Stencil="System.Storyboarding.WindowsAppIcons" StencilVersion="0.1"/>
</Control>
</file>

<file path=customXml/item75.xml><?xml version="1.0" encoding="utf-8"?>
<Control xmlns="http://schemas.microsoft.com/VisualStudio/2011/storyboarding/control">
  <Id Name="System.Storyboarding.Common.Breadcrumb" Revision="1" Stencil="System.Storyboarding.Common" StencilVersion="0.1"/>
</Control>
</file>

<file path=customXml/item76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77.xml><?xml version="1.0" encoding="utf-8"?>
<Control xmlns="http://schemas.microsoft.com/VisualStudio/2011/storyboarding/control">
  <Id Name="2af01176-85ee-4929-8d41-a331980c979e" RevisionId="be170569-95d9-41cc-85ac-d2bbd0fbf029" Stencil="172d6d98-e5c9-42e9-a209-79f7a94bbd38" StencilRevisionId="00000000-0000-0000-0000-000000000000" StencilVersion="0.0"/>
</Control>
</file>

<file path=customXml/item78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79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80.xml><?xml version="1.0" encoding="utf-8"?>
<Control xmlns="http://schemas.microsoft.com/VisualStudio/2011/storyboarding/control">
  <Id Name="System.Storyboarding.Common.ScrollbarVertical" RevisionId="68ea164d-c1de-47a5-804f-d4d1290fa524" Stencil="System.Storyboarding.Common" StencilRevisionId="68ea164d-c1de-47a5-804f-d4d1290fa524" StencilVersion="0.1"/>
</Control>
</file>

<file path=customXml/item81.xml><?xml version="1.0" encoding="utf-8"?>
<Control xmlns="http://schemas.microsoft.com/VisualStudio/2011/storyboarding/control">
  <Id Name="System.Storyboarding.Common.ScrollbarVertical" RevisionId="68ea164d-c1de-47a5-804f-d4d1290fa524" Stencil="System.Storyboarding.Common" StencilRevisionId="68ea164d-c1de-47a5-804f-d4d1290fa524" StencilVersion="0.1"/>
</Control>
</file>

<file path=customXml/item82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83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84.xml><?xml version="1.0" encoding="utf-8"?>
<Control xmlns="http://schemas.microsoft.com/VisualStudio/2011/storyboarding/control">
  <Id Name="2af01176-85ee-4929-8d41-a331980c979e" RevisionId="be170569-95d9-41cc-85ac-d2bbd0fbf029" Stencil="172d6d98-e5c9-42e9-a209-79f7a94bbd38" StencilRevisionId="00000000-0000-0000-0000-000000000000" StencilVersion="0.0"/>
</Control>
</file>

<file path=customXml/item85.xml><?xml version="1.0" encoding="utf-8"?>
<Control xmlns="http://schemas.microsoft.com/VisualStudio/2011/storyboarding/control">
  <Id Name="System.Storyboarding.Icons.Play" Revision="1" Stencil="System.Storyboarding.Icons" StencilVersion="0.1"/>
</Control>
</file>

<file path=customXml/item86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87.xml><?xml version="1.0" encoding="utf-8"?>
<Control xmlns="http://schemas.microsoft.com/VisualStudio/2011/storyboarding/control">
  <Id Name="System.Storyboarding.Icons.Help" Revision="1" Stencil="System.Storyboarding.Icons" StencilVersion="0.1"/>
</Control>
</file>

<file path=customXml/item88.xml><?xml version="1.0" encoding="utf-8"?>
<Control xmlns="http://schemas.microsoft.com/VisualStudio/2011/storyboarding/control">
  <Id Name="System.Storyboarding.Icons.Error" Revision="1" Stencil="System.Storyboarding.Icons" StencilVersion="0.1"/>
</Control>
</file>

<file path=customXml/item89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90.xml><?xml version="1.0" encoding="utf-8"?>
<Control xmlns="http://schemas.microsoft.com/VisualStudio/2011/storyboarding/control">
  <Id Name="System.Storyboarding.WindowsAppIcons.Filter" Revision="1" Stencil="System.Storyboarding.WindowsAppIcons" StencilVersion="0.1"/>
</Control>
</file>

<file path=customXml/item91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92.xml><?xml version="1.0" encoding="utf-8"?>
<Control xmlns="http://schemas.microsoft.com/VisualStudio/2011/storyboarding/control">
  <Id Name="System.Storyboarding.Annotation.StickyNote" Revision="1" Stencil="System.Storyboarding.Annotation" StencilVersion="0.1"/>
</Control>
</file>

<file path=customXml/item93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94.xml><?xml version="1.0" encoding="utf-8"?>
<Control xmlns="http://schemas.microsoft.com/VisualStudio/2011/storyboarding/control">
  <Id Name="System.Storyboarding.Common.Hyperlink" Revision="1" Stencil="System.Storyboarding.Common" StencilVersion="0.1"/>
</Control>
</file>

<file path=customXml/item95.xml><?xml version="1.0" encoding="utf-8"?>
<Control xmlns="http://schemas.microsoft.com/VisualStudio/2011/storyboarding/control">
  <Id Name="System.Storyboarding.Common.Hyperlink" Revision="1" Stencil="System.Storyboarding.Common" StencilVersion="0.1"/>
</Control>
</file>

<file path=customXml/item96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97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98.xml><?xml version="1.0" encoding="utf-8"?>
<Control xmlns="http://schemas.microsoft.com/VisualStudio/2011/storyboarding/control">
  <Id Name="System.Storyboarding.Common.CheckBoxChecked" Revision="1" Stencil="System.Storyboarding.Common" StencilVersion="0.1"/>
</Control>
</file>

<file path=customXml/item99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100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101.xml><?xml version="1.0" encoding="utf-8"?>
<Control xmlns="http://schemas.microsoft.com/VisualStudio/2011/storyboarding/control">
  <Id Name="System.Storyboarding.Common.CheckBoxChecked" Revision="1" Stencil="System.Storyboarding.Common" StencilVersion="0.1"/>
</Control>
</file>

<file path=customXml/item102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103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104.xml><?xml version="1.0" encoding="utf-8"?>
<Control xmlns="http://schemas.microsoft.com/VisualStudio/2011/storyboarding/control">
  <Id Name="System.Storyboarding.Icons.Help" Revision="1" Stencil="System.Storyboarding.Icons" StencilVersion="0.1"/>
</Control>
</file>

<file path=customXml/item105.xml><?xml version="1.0" encoding="utf-8"?>
<Control xmlns="http://schemas.microsoft.com/VisualStudio/2011/storyboarding/control">
  <Id Name="System.Storyboarding.WindowsAppIcons.Filter" Revision="1" Stencil="System.Storyboarding.WindowsAppIcons" StencilVersion="0.1"/>
</Control>
</file>

<file path=customXml/item106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107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108.xml><?xml version="1.0" encoding="utf-8"?>
<Control xmlns="http://schemas.microsoft.com/VisualStudio/2011/storyboarding/control">
  <Id Name="System.Storyboarding.Common.Breadcrumb" Revision="1" Stencil="System.Storyboarding.Common" StencilVersion="0.1"/>
</Control>
</file>

<file path=customXml/item109.xml><?xml version="1.0" encoding="utf-8"?>
<Control xmlns="http://schemas.microsoft.com/VisualStudio/2011/storyboarding/control">
  <Id Name="System.Storyboarding.Annotation.StickyNote" Revision="1" Stencil="System.Storyboarding.Annotation" StencilVersion="0.1"/>
</Control>
</file>

<file path=customXml/item110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111.xml><?xml version="1.0" encoding="utf-8"?>
<Control xmlns="http://schemas.microsoft.com/VisualStudio/2011/storyboarding/control">
  <Id Name="e277fcca-87a5-46f1-894d-312df1ee4e3f" RevisionId="28251bc5-c0d8-4cb4-be58-e5c107be1f2b" Stencil="172d6d98-e5c9-42e9-a209-79f7a94bbd38" StencilRevisionId="00000000-0000-0000-0000-000000000000" StencilVersion="0.0"/>
</Control>
</file>

<file path=customXml/item112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113.xml><?xml version="1.0" encoding="utf-8"?>
<Control xmlns="http://schemas.microsoft.com/VisualStudio/2011/storyboarding/control">
  <Id Name="System.Storyboarding.Common.Breadcrumb" Revision="1" Stencil="System.Storyboarding.Common" StencilVersion="0.1"/>
</Control>
</file>

<file path=customXml/item114.xml><?xml version="1.0" encoding="utf-8"?>
<Control xmlns="http://schemas.microsoft.com/VisualStudio/2011/storyboarding/control">
  <Id Name="System.Storyboarding.Icons.BoxArrow" Revision="1" Stencil="System.Storyboarding.Icons" StencilVersion="0.1"/>
</Control>
</file>

<file path=customXml/item115.xml><?xml version="1.0" encoding="utf-8"?>
<Control xmlns="http://schemas.microsoft.com/VisualStudio/2011/storyboarding/control">
  <Id Name="System.Storyboarding.Annotation.StickyNote" Revision="1" Stencil="System.Storyboarding.Annotation" StencilVersion="0.1"/>
</Control>
</file>

<file path=customXml/item116.xml><?xml version="1.0" encoding="utf-8"?>
<Control xmlns="http://schemas.microsoft.com/VisualStudio/2011/storyboarding/control">
  <Id Name="fd7d7bed-114e-464c-a4f1-01a512005949" Revision="1" Stencil="System.MyShapes" StencilVersion="1.0"/>
</Control>
</file>

<file path=customXml/item117.xml><?xml version="1.0" encoding="utf-8"?>
<Control xmlns="http://schemas.microsoft.com/VisualStudio/2011/storyboarding/control">
  <Id Name="System.Storyboarding.Annotation.CallOut" Revision="1" Stencil="System.Storyboarding.Annotation" StencilVersion="0.1"/>
</Control>
</file>

<file path=customXml/item118.xml><?xml version="1.0" encoding="utf-8"?>
<Control xmlns="http://schemas.microsoft.com/VisualStudio/2011/storyboarding/control">
  <Id Name="System.Storyboarding.Annotation.CallOut" Revision="1" Stencil="System.Storyboarding.Annotation" StencilVersion="0.1"/>
</Control>
</file>

<file path=customXml/item119.xml><?xml version="1.0" encoding="utf-8"?>
<Control xmlns="http://schemas.microsoft.com/VisualStudio/2011/storyboarding/control">
  <Id Name="System.Storyboarding.Annotation.AnimatedRectangleCallout" Revision="1" Stencil="System.Storyboarding.Annotation" StencilVersion="0.1"/>
</Control>
</file>

<file path=customXml/item120.xml><?xml version="1.0" encoding="utf-8"?>
<Control xmlns="http://schemas.microsoft.com/VisualStudio/2011/storyboarding/control">
  <Id Name="System.Storyboarding.Annotation.StickyNote" Revision="1" Stencil="System.Storyboarding.Annotation" StencilVersion="0.1"/>
</Control>
</file>

<file path=customXml/itemProps1.xml><?xml version="1.0" encoding="utf-8"?>
<ds:datastoreItem xmlns:ds="http://schemas.openxmlformats.org/officeDocument/2006/customXml" ds:itemID="{1F282188-006C-4DA4-8535-C78ABCEEE72F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1ABBE112-AF41-4F9B-8D93-A7826DD6932A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0265BD1A-7CF0-4E48-853D-5E80E48B3905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ED08C7F9-67FE-4329-A4C3-8B6D0CA5689E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0638C5E6-0889-47D9-9265-D1F6BA392359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DC3125BC-A6F9-41AE-86E6-529DD68F4114}">
  <ds:schemaRefs>
    <ds:schemaRef ds:uri="http://schemas.microsoft.com/VisualStudio/2011/storyboarding/control"/>
  </ds:schemaRefs>
</ds:datastoreItem>
</file>

<file path=customXml/itemProps7.xml><?xml version="1.0" encoding="utf-8"?>
<ds:datastoreItem xmlns:ds="http://schemas.openxmlformats.org/officeDocument/2006/customXml" ds:itemID="{A9C33D6B-4C39-49C1-9541-D79C71EDA7CC}">
  <ds:schemaRefs>
    <ds:schemaRef ds:uri="http://schemas.microsoft.com/VisualStudio/2011/storyboarding/control"/>
  </ds:schemaRefs>
</ds:datastoreItem>
</file>

<file path=customXml/itemProps8.xml><?xml version="1.0" encoding="utf-8"?>
<ds:datastoreItem xmlns:ds="http://schemas.openxmlformats.org/officeDocument/2006/customXml" ds:itemID="{A157A3CA-306F-437F-8716-5E4C9F539337}">
  <ds:schemaRefs>
    <ds:schemaRef ds:uri="http://schemas.microsoft.com/VisualStudio/2011/storyboarding/control"/>
  </ds:schemaRefs>
</ds:datastoreItem>
</file>

<file path=customXml/itemProps9.xml><?xml version="1.0" encoding="utf-8"?>
<ds:datastoreItem xmlns:ds="http://schemas.openxmlformats.org/officeDocument/2006/customXml" ds:itemID="{D3ACC0D6-DEED-4C9A-8134-93617B6F9DAD}">
  <ds:schemaRefs>
    <ds:schemaRef ds:uri="http://schemas.microsoft.com/VisualStudio/2011/storyboarding/control"/>
  </ds:schemaRefs>
</ds:datastoreItem>
</file>

<file path=customXml/itemProps10.xml><?xml version="1.0" encoding="utf-8"?>
<ds:datastoreItem xmlns:ds="http://schemas.openxmlformats.org/officeDocument/2006/customXml" ds:itemID="{EB47D73C-C445-4B29-8CEB-7D0E313BF986}">
  <ds:schemaRefs>
    <ds:schemaRef ds:uri="http://schemas.microsoft.com/VisualStudio/2011/storyboarding/control"/>
  </ds:schemaRefs>
</ds:datastoreItem>
</file>

<file path=customXml/itemProps11.xml><?xml version="1.0" encoding="utf-8"?>
<ds:datastoreItem xmlns:ds="http://schemas.openxmlformats.org/officeDocument/2006/customXml" ds:itemID="{77A839CC-7BCB-4AA8-8A49-3EEE216E2E86}">
  <ds:schemaRefs>
    <ds:schemaRef ds:uri="http://schemas.microsoft.com/VisualStudio/2011/storyboarding/control"/>
  </ds:schemaRefs>
</ds:datastoreItem>
</file>

<file path=customXml/itemProps12.xml><?xml version="1.0" encoding="utf-8"?>
<ds:datastoreItem xmlns:ds="http://schemas.openxmlformats.org/officeDocument/2006/customXml" ds:itemID="{256B7572-6C66-4943-A91D-51DB6BAB0552}">
  <ds:schemaRefs>
    <ds:schemaRef ds:uri="http://schemas.microsoft.com/VisualStudio/2011/storyboarding/control"/>
  </ds:schemaRefs>
</ds:datastoreItem>
</file>

<file path=customXml/itemProps13.xml><?xml version="1.0" encoding="utf-8"?>
<ds:datastoreItem xmlns:ds="http://schemas.openxmlformats.org/officeDocument/2006/customXml" ds:itemID="{F871A781-09DE-49E0-BD91-F775D6014722}">
  <ds:schemaRefs>
    <ds:schemaRef ds:uri="http://schemas.microsoft.com/VisualStudio/2011/storyboarding/control"/>
  </ds:schemaRefs>
</ds:datastoreItem>
</file>

<file path=customXml/itemProps14.xml><?xml version="1.0" encoding="utf-8"?>
<ds:datastoreItem xmlns:ds="http://schemas.openxmlformats.org/officeDocument/2006/customXml" ds:itemID="{20F9695A-77FE-4424-BB9E-2AF65F7384FC}">
  <ds:schemaRefs>
    <ds:schemaRef ds:uri="http://schemas.microsoft.com/VisualStudio/2011/storyboarding/control"/>
  </ds:schemaRefs>
</ds:datastoreItem>
</file>

<file path=customXml/itemProps15.xml><?xml version="1.0" encoding="utf-8"?>
<ds:datastoreItem xmlns:ds="http://schemas.openxmlformats.org/officeDocument/2006/customXml" ds:itemID="{C032126C-D742-45EC-84C3-5E6D64056022}">
  <ds:schemaRefs>
    <ds:schemaRef ds:uri="http://schemas.microsoft.com/VisualStudio/2011/storyboarding/control"/>
  </ds:schemaRefs>
</ds:datastoreItem>
</file>

<file path=customXml/itemProps16.xml><?xml version="1.0" encoding="utf-8"?>
<ds:datastoreItem xmlns:ds="http://schemas.openxmlformats.org/officeDocument/2006/customXml" ds:itemID="{4599A6B0-6A8B-45D8-850F-CADC0F4C0E20}">
  <ds:schemaRefs>
    <ds:schemaRef ds:uri="http://schemas.microsoft.com/VisualStudio/2011/storyboarding/control"/>
  </ds:schemaRefs>
</ds:datastoreItem>
</file>

<file path=customXml/itemProps17.xml><?xml version="1.0" encoding="utf-8"?>
<ds:datastoreItem xmlns:ds="http://schemas.openxmlformats.org/officeDocument/2006/customXml" ds:itemID="{67D11D66-19E1-4C71-AF00-1A3E096874E0}">
  <ds:schemaRefs>
    <ds:schemaRef ds:uri="http://schemas.microsoft.com/VisualStudio/2011/storyboarding/control"/>
  </ds:schemaRefs>
</ds:datastoreItem>
</file>

<file path=customXml/itemProps18.xml><?xml version="1.0" encoding="utf-8"?>
<ds:datastoreItem xmlns:ds="http://schemas.openxmlformats.org/officeDocument/2006/customXml" ds:itemID="{5F68C3C4-C8AD-4158-8B39-FB5831982108}">
  <ds:schemaRefs>
    <ds:schemaRef ds:uri="http://schemas.microsoft.com/VisualStudio/2011/storyboarding/control"/>
  </ds:schemaRefs>
</ds:datastoreItem>
</file>

<file path=customXml/itemProps19.xml><?xml version="1.0" encoding="utf-8"?>
<ds:datastoreItem xmlns:ds="http://schemas.openxmlformats.org/officeDocument/2006/customXml" ds:itemID="{99C5C161-6A86-4BE2-9DF8-402F79866D94}">
  <ds:schemaRefs>
    <ds:schemaRef ds:uri="http://schemas.microsoft.com/VisualStudio/2011/storyboarding/control"/>
  </ds:schemaRefs>
</ds:datastoreItem>
</file>

<file path=customXml/itemProps20.xml><?xml version="1.0" encoding="utf-8"?>
<ds:datastoreItem xmlns:ds="http://schemas.openxmlformats.org/officeDocument/2006/customXml" ds:itemID="{B43F88C1-D82B-4BEE-A15B-199D549ACDDF}">
  <ds:schemaRefs>
    <ds:schemaRef ds:uri="http://schemas.microsoft.com/VisualStudio/2011/storyboarding/control"/>
  </ds:schemaRefs>
</ds:datastoreItem>
</file>

<file path=customXml/itemProps21.xml><?xml version="1.0" encoding="utf-8"?>
<ds:datastoreItem xmlns:ds="http://schemas.openxmlformats.org/officeDocument/2006/customXml" ds:itemID="{5F148DD8-6629-40CA-9330-E608A2942148}">
  <ds:schemaRefs>
    <ds:schemaRef ds:uri="http://schemas.microsoft.com/VisualStudio/2011/storyboarding/control"/>
  </ds:schemaRefs>
</ds:datastoreItem>
</file>

<file path=customXml/itemProps22.xml><?xml version="1.0" encoding="utf-8"?>
<ds:datastoreItem xmlns:ds="http://schemas.openxmlformats.org/officeDocument/2006/customXml" ds:itemID="{A4C33EEA-7075-4651-97E3-4829E38E21EA}">
  <ds:schemaRefs>
    <ds:schemaRef ds:uri="http://schemas.microsoft.com/VisualStudio/2011/storyboarding/control"/>
  </ds:schemaRefs>
</ds:datastoreItem>
</file>

<file path=customXml/itemProps23.xml><?xml version="1.0" encoding="utf-8"?>
<ds:datastoreItem xmlns:ds="http://schemas.openxmlformats.org/officeDocument/2006/customXml" ds:itemID="{845CFA83-7143-4122-BBFF-30DF9E1725D5}">
  <ds:schemaRefs>
    <ds:schemaRef ds:uri="http://schemas.microsoft.com/VisualStudio/2011/storyboarding/control"/>
  </ds:schemaRefs>
</ds:datastoreItem>
</file>

<file path=customXml/itemProps24.xml><?xml version="1.0" encoding="utf-8"?>
<ds:datastoreItem xmlns:ds="http://schemas.openxmlformats.org/officeDocument/2006/customXml" ds:itemID="{3BCB5BD1-1022-4AB1-B0B0-D3A770A6B76E}">
  <ds:schemaRefs>
    <ds:schemaRef ds:uri="http://schemas.microsoft.com/VisualStudio/2011/storyboarding/control"/>
  </ds:schemaRefs>
</ds:datastoreItem>
</file>

<file path=customXml/itemProps25.xml><?xml version="1.0" encoding="utf-8"?>
<ds:datastoreItem xmlns:ds="http://schemas.openxmlformats.org/officeDocument/2006/customXml" ds:itemID="{9DEF7458-94A2-40B6-9296-62F34681EAB5}">
  <ds:schemaRefs>
    <ds:schemaRef ds:uri="http://schemas.microsoft.com/VisualStudio/2011/storyboarding/control"/>
  </ds:schemaRefs>
</ds:datastoreItem>
</file>

<file path=customXml/itemProps26.xml><?xml version="1.0" encoding="utf-8"?>
<ds:datastoreItem xmlns:ds="http://schemas.openxmlformats.org/officeDocument/2006/customXml" ds:itemID="{B84B3EF6-1EE6-4D72-BBA2-C02110EBDB58}">
  <ds:schemaRefs>
    <ds:schemaRef ds:uri="http://schemas.microsoft.com/VisualStudio/2011/storyboarding/control"/>
  </ds:schemaRefs>
</ds:datastoreItem>
</file>

<file path=customXml/itemProps27.xml><?xml version="1.0" encoding="utf-8"?>
<ds:datastoreItem xmlns:ds="http://schemas.openxmlformats.org/officeDocument/2006/customXml" ds:itemID="{FA48DC53-41D9-4432-BCB4-6A65BA933570}">
  <ds:schemaRefs>
    <ds:schemaRef ds:uri="http://schemas.microsoft.com/VisualStudio/2011/storyboarding/control"/>
  </ds:schemaRefs>
</ds:datastoreItem>
</file>

<file path=customXml/itemProps28.xml><?xml version="1.0" encoding="utf-8"?>
<ds:datastoreItem xmlns:ds="http://schemas.openxmlformats.org/officeDocument/2006/customXml" ds:itemID="{3E351279-BE15-4903-AD76-CC5E78DE40C8}">
  <ds:schemaRefs>
    <ds:schemaRef ds:uri="http://schemas.microsoft.com/VisualStudio/2011/storyboarding/control"/>
  </ds:schemaRefs>
</ds:datastoreItem>
</file>

<file path=customXml/itemProps29.xml><?xml version="1.0" encoding="utf-8"?>
<ds:datastoreItem xmlns:ds="http://schemas.openxmlformats.org/officeDocument/2006/customXml" ds:itemID="{796F7F74-06D0-4462-8EBA-42EF6DD03CE2}">
  <ds:schemaRefs>
    <ds:schemaRef ds:uri="http://schemas.microsoft.com/VisualStudio/2011/storyboarding/control"/>
  </ds:schemaRefs>
</ds:datastoreItem>
</file>

<file path=customXml/itemProps30.xml><?xml version="1.0" encoding="utf-8"?>
<ds:datastoreItem xmlns:ds="http://schemas.openxmlformats.org/officeDocument/2006/customXml" ds:itemID="{72C84B8A-1635-4477-9319-DF3F46F78AF1}">
  <ds:schemaRefs>
    <ds:schemaRef ds:uri="http://schemas.microsoft.com/VisualStudio/2011/storyboarding/control"/>
  </ds:schemaRefs>
</ds:datastoreItem>
</file>

<file path=customXml/itemProps31.xml><?xml version="1.0" encoding="utf-8"?>
<ds:datastoreItem xmlns:ds="http://schemas.openxmlformats.org/officeDocument/2006/customXml" ds:itemID="{8ACD770D-F39A-4C8E-AD11-695EEF5900CF}">
  <ds:schemaRefs>
    <ds:schemaRef ds:uri="http://schemas.microsoft.com/VisualStudio/2011/storyboarding/control"/>
  </ds:schemaRefs>
</ds:datastoreItem>
</file>

<file path=customXml/itemProps32.xml><?xml version="1.0" encoding="utf-8"?>
<ds:datastoreItem xmlns:ds="http://schemas.openxmlformats.org/officeDocument/2006/customXml" ds:itemID="{A41C2DBB-C187-4BDA-89CE-754F04A4F72D}">
  <ds:schemaRefs>
    <ds:schemaRef ds:uri="http://schemas.microsoft.com/VisualStudio/2011/storyboarding/control"/>
  </ds:schemaRefs>
</ds:datastoreItem>
</file>

<file path=customXml/itemProps33.xml><?xml version="1.0" encoding="utf-8"?>
<ds:datastoreItem xmlns:ds="http://schemas.openxmlformats.org/officeDocument/2006/customXml" ds:itemID="{8EB5729B-2B35-48DB-9CC6-67156DE14C58}">
  <ds:schemaRefs>
    <ds:schemaRef ds:uri="http://schemas.microsoft.com/VisualStudio/2011/storyboarding/control"/>
  </ds:schemaRefs>
</ds:datastoreItem>
</file>

<file path=customXml/itemProps34.xml><?xml version="1.0" encoding="utf-8"?>
<ds:datastoreItem xmlns:ds="http://schemas.openxmlformats.org/officeDocument/2006/customXml" ds:itemID="{C8315BB0-3016-4B4D-AF07-742039896F4F}">
  <ds:schemaRefs>
    <ds:schemaRef ds:uri="http://schemas.microsoft.com/VisualStudio/2011/storyboarding/control"/>
  </ds:schemaRefs>
</ds:datastoreItem>
</file>

<file path=customXml/itemProps35.xml><?xml version="1.0" encoding="utf-8"?>
<ds:datastoreItem xmlns:ds="http://schemas.openxmlformats.org/officeDocument/2006/customXml" ds:itemID="{22E8BB4D-E7F7-4E2B-8E3F-8F4E06B40934}">
  <ds:schemaRefs>
    <ds:schemaRef ds:uri="http://schemas.microsoft.com/VisualStudio/2011/storyboarding/control"/>
  </ds:schemaRefs>
</ds:datastoreItem>
</file>

<file path=customXml/itemProps36.xml><?xml version="1.0" encoding="utf-8"?>
<ds:datastoreItem xmlns:ds="http://schemas.openxmlformats.org/officeDocument/2006/customXml" ds:itemID="{35767876-3C83-42F3-B85E-C887976CA6FF}">
  <ds:schemaRefs>
    <ds:schemaRef ds:uri="http://schemas.microsoft.com/VisualStudio/2011/storyboarding/control"/>
  </ds:schemaRefs>
</ds:datastoreItem>
</file>

<file path=customXml/itemProps37.xml><?xml version="1.0" encoding="utf-8"?>
<ds:datastoreItem xmlns:ds="http://schemas.openxmlformats.org/officeDocument/2006/customXml" ds:itemID="{009B17A3-4986-43B1-AB10-A875910F724C}">
  <ds:schemaRefs>
    <ds:schemaRef ds:uri="http://schemas.microsoft.com/VisualStudio/2011/storyboarding/control"/>
  </ds:schemaRefs>
</ds:datastoreItem>
</file>

<file path=customXml/itemProps38.xml><?xml version="1.0" encoding="utf-8"?>
<ds:datastoreItem xmlns:ds="http://schemas.openxmlformats.org/officeDocument/2006/customXml" ds:itemID="{D82A573E-3F86-406F-9689-B00DF68F7FE6}">
  <ds:schemaRefs>
    <ds:schemaRef ds:uri="http://schemas.microsoft.com/VisualStudio/2011/storyboarding/control"/>
  </ds:schemaRefs>
</ds:datastoreItem>
</file>

<file path=customXml/itemProps39.xml><?xml version="1.0" encoding="utf-8"?>
<ds:datastoreItem xmlns:ds="http://schemas.openxmlformats.org/officeDocument/2006/customXml" ds:itemID="{D8F4CD6F-9D5A-4969-AA2B-F66C6ABBB156}">
  <ds:schemaRefs>
    <ds:schemaRef ds:uri="http://schemas.microsoft.com/VisualStudio/2011/storyboarding/control"/>
  </ds:schemaRefs>
</ds:datastoreItem>
</file>

<file path=customXml/itemProps40.xml><?xml version="1.0" encoding="utf-8"?>
<ds:datastoreItem xmlns:ds="http://schemas.openxmlformats.org/officeDocument/2006/customXml" ds:itemID="{A552BA88-1A76-4E0A-8374-54EF90DAEB44}">
  <ds:schemaRefs>
    <ds:schemaRef ds:uri="http://schemas.microsoft.com/VisualStudio/2011/storyboarding/control"/>
  </ds:schemaRefs>
</ds:datastoreItem>
</file>

<file path=customXml/itemProps41.xml><?xml version="1.0" encoding="utf-8"?>
<ds:datastoreItem xmlns:ds="http://schemas.openxmlformats.org/officeDocument/2006/customXml" ds:itemID="{022BF578-5271-4D01-A66D-4AB4FEBB1B5F}">
  <ds:schemaRefs>
    <ds:schemaRef ds:uri="http://schemas.microsoft.com/VisualStudio/2011/storyboarding/control"/>
  </ds:schemaRefs>
</ds:datastoreItem>
</file>

<file path=customXml/itemProps42.xml><?xml version="1.0" encoding="utf-8"?>
<ds:datastoreItem xmlns:ds="http://schemas.openxmlformats.org/officeDocument/2006/customXml" ds:itemID="{EEA5EBD9-F9B4-4E86-B64A-87DC6507A6C8}">
  <ds:schemaRefs>
    <ds:schemaRef ds:uri="http://schemas.microsoft.com/VisualStudio/2011/storyboarding/control"/>
  </ds:schemaRefs>
</ds:datastoreItem>
</file>

<file path=customXml/itemProps43.xml><?xml version="1.0" encoding="utf-8"?>
<ds:datastoreItem xmlns:ds="http://schemas.openxmlformats.org/officeDocument/2006/customXml" ds:itemID="{5161B51C-563D-4EBE-B9B5-AF2EE74606D6}">
  <ds:schemaRefs>
    <ds:schemaRef ds:uri="http://schemas.microsoft.com/VisualStudio/2011/storyboarding/control"/>
  </ds:schemaRefs>
</ds:datastoreItem>
</file>

<file path=customXml/itemProps44.xml><?xml version="1.0" encoding="utf-8"?>
<ds:datastoreItem xmlns:ds="http://schemas.openxmlformats.org/officeDocument/2006/customXml" ds:itemID="{C654DC02-22AF-4207-BA1A-491C38FA23BA}">
  <ds:schemaRefs>
    <ds:schemaRef ds:uri="http://schemas.microsoft.com/VisualStudio/2011/storyboarding/control"/>
  </ds:schemaRefs>
</ds:datastoreItem>
</file>

<file path=customXml/itemProps45.xml><?xml version="1.0" encoding="utf-8"?>
<ds:datastoreItem xmlns:ds="http://schemas.openxmlformats.org/officeDocument/2006/customXml" ds:itemID="{40B181C7-FE1C-4FB6-ADD4-CAA66BDB99BE}">
  <ds:schemaRefs>
    <ds:schemaRef ds:uri="http://schemas.microsoft.com/VisualStudio/2011/storyboarding/control"/>
  </ds:schemaRefs>
</ds:datastoreItem>
</file>

<file path=customXml/itemProps46.xml><?xml version="1.0" encoding="utf-8"?>
<ds:datastoreItem xmlns:ds="http://schemas.openxmlformats.org/officeDocument/2006/customXml" ds:itemID="{38FAC773-4ED6-456E-8535-76ABF95D5F1B}">
  <ds:schemaRefs>
    <ds:schemaRef ds:uri="http://schemas.microsoft.com/VisualStudio/2011/storyboarding/control"/>
  </ds:schemaRefs>
</ds:datastoreItem>
</file>

<file path=customXml/itemProps47.xml><?xml version="1.0" encoding="utf-8"?>
<ds:datastoreItem xmlns:ds="http://schemas.openxmlformats.org/officeDocument/2006/customXml" ds:itemID="{9BE35A24-0F1A-4508-ACC0-6352D3A1D804}">
  <ds:schemaRefs>
    <ds:schemaRef ds:uri="http://schemas.microsoft.com/VisualStudio/2011/storyboarding/control"/>
  </ds:schemaRefs>
</ds:datastoreItem>
</file>

<file path=customXml/itemProps48.xml><?xml version="1.0" encoding="utf-8"?>
<ds:datastoreItem xmlns:ds="http://schemas.openxmlformats.org/officeDocument/2006/customXml" ds:itemID="{1AC0E981-3839-45A1-8654-B31F29887C2E}">
  <ds:schemaRefs>
    <ds:schemaRef ds:uri="http://schemas.microsoft.com/VisualStudio/2011/storyboarding/control"/>
  </ds:schemaRefs>
</ds:datastoreItem>
</file>

<file path=customXml/itemProps49.xml><?xml version="1.0" encoding="utf-8"?>
<ds:datastoreItem xmlns:ds="http://schemas.openxmlformats.org/officeDocument/2006/customXml" ds:itemID="{18B3812D-2CEC-45E4-A8F8-4FABD3713BCB}">
  <ds:schemaRefs>
    <ds:schemaRef ds:uri="http://schemas.microsoft.com/VisualStudio/2011/storyboarding/control"/>
  </ds:schemaRefs>
</ds:datastoreItem>
</file>

<file path=customXml/itemProps50.xml><?xml version="1.0" encoding="utf-8"?>
<ds:datastoreItem xmlns:ds="http://schemas.openxmlformats.org/officeDocument/2006/customXml" ds:itemID="{DD217CDD-4989-40B3-8DD5-1173884B8643}">
  <ds:schemaRefs>
    <ds:schemaRef ds:uri="http://schemas.microsoft.com/VisualStudio/2011/storyboarding/control"/>
  </ds:schemaRefs>
</ds:datastoreItem>
</file>

<file path=customXml/itemProps51.xml><?xml version="1.0" encoding="utf-8"?>
<ds:datastoreItem xmlns:ds="http://schemas.openxmlformats.org/officeDocument/2006/customXml" ds:itemID="{17F9BADC-959E-4454-B56A-500176BA6045}">
  <ds:schemaRefs>
    <ds:schemaRef ds:uri="http://schemas.microsoft.com/VisualStudio/2011/storyboarding/control"/>
  </ds:schemaRefs>
</ds:datastoreItem>
</file>

<file path=customXml/itemProps52.xml><?xml version="1.0" encoding="utf-8"?>
<ds:datastoreItem xmlns:ds="http://schemas.openxmlformats.org/officeDocument/2006/customXml" ds:itemID="{E32F61C8-6738-4C50-A284-0F29B900F933}">
  <ds:schemaRefs>
    <ds:schemaRef ds:uri="http://schemas.microsoft.com/VisualStudio/2011/storyboarding/control"/>
  </ds:schemaRefs>
</ds:datastoreItem>
</file>

<file path=customXml/itemProps53.xml><?xml version="1.0" encoding="utf-8"?>
<ds:datastoreItem xmlns:ds="http://schemas.openxmlformats.org/officeDocument/2006/customXml" ds:itemID="{291224D3-C4D6-4BFD-84E5-CE064A193EE4}">
  <ds:schemaRefs>
    <ds:schemaRef ds:uri="http://schemas.microsoft.com/VisualStudio/2011/storyboarding/control"/>
  </ds:schemaRefs>
</ds:datastoreItem>
</file>

<file path=customXml/itemProps54.xml><?xml version="1.0" encoding="utf-8"?>
<ds:datastoreItem xmlns:ds="http://schemas.openxmlformats.org/officeDocument/2006/customXml" ds:itemID="{E1F8682A-C1B4-4B39-8DCA-A777119A56C8}">
  <ds:schemaRefs>
    <ds:schemaRef ds:uri="http://schemas.microsoft.com/VisualStudio/2011/storyboarding/control"/>
  </ds:schemaRefs>
</ds:datastoreItem>
</file>

<file path=customXml/itemProps55.xml><?xml version="1.0" encoding="utf-8"?>
<ds:datastoreItem xmlns:ds="http://schemas.openxmlformats.org/officeDocument/2006/customXml" ds:itemID="{F8C1E296-6D92-4BC7-A0EE-4EC2D11F41A6}">
  <ds:schemaRefs>
    <ds:schemaRef ds:uri="http://schemas.microsoft.com/VisualStudio/2011/storyboarding/control"/>
  </ds:schemaRefs>
</ds:datastoreItem>
</file>

<file path=customXml/itemProps56.xml><?xml version="1.0" encoding="utf-8"?>
<ds:datastoreItem xmlns:ds="http://schemas.openxmlformats.org/officeDocument/2006/customXml" ds:itemID="{A70E8185-B96C-4424-9841-F7B09FEC24E2}">
  <ds:schemaRefs>
    <ds:schemaRef ds:uri="http://schemas.microsoft.com/VisualStudio/2011/storyboarding/control"/>
  </ds:schemaRefs>
</ds:datastoreItem>
</file>

<file path=customXml/itemProps57.xml><?xml version="1.0" encoding="utf-8"?>
<ds:datastoreItem xmlns:ds="http://schemas.openxmlformats.org/officeDocument/2006/customXml" ds:itemID="{7044DEED-DD87-4EA9-984D-B99E895C3864}">
  <ds:schemaRefs>
    <ds:schemaRef ds:uri="http://schemas.microsoft.com/VisualStudio/2011/storyboarding/control"/>
  </ds:schemaRefs>
</ds:datastoreItem>
</file>

<file path=customXml/itemProps58.xml><?xml version="1.0" encoding="utf-8"?>
<ds:datastoreItem xmlns:ds="http://schemas.openxmlformats.org/officeDocument/2006/customXml" ds:itemID="{3F858C74-1C99-4BB2-A8B1-77B6B265C9A9}">
  <ds:schemaRefs>
    <ds:schemaRef ds:uri="http://schemas.microsoft.com/VisualStudio/2011/storyboarding/control"/>
  </ds:schemaRefs>
</ds:datastoreItem>
</file>

<file path=customXml/itemProps59.xml><?xml version="1.0" encoding="utf-8"?>
<ds:datastoreItem xmlns:ds="http://schemas.openxmlformats.org/officeDocument/2006/customXml" ds:itemID="{B1C65067-02FE-48C1-9344-3C5EB1C596BB}">
  <ds:schemaRefs>
    <ds:schemaRef ds:uri="http://schemas.microsoft.com/VisualStudio/2011/storyboarding/control"/>
  </ds:schemaRefs>
</ds:datastoreItem>
</file>

<file path=customXml/itemProps60.xml><?xml version="1.0" encoding="utf-8"?>
<ds:datastoreItem xmlns:ds="http://schemas.openxmlformats.org/officeDocument/2006/customXml" ds:itemID="{94144926-D473-4A59-9535-B27B7A06AE4C}">
  <ds:schemaRefs>
    <ds:schemaRef ds:uri="http://schemas.microsoft.com/VisualStudio/2011/storyboarding/control"/>
  </ds:schemaRefs>
</ds:datastoreItem>
</file>

<file path=customXml/itemProps61.xml><?xml version="1.0" encoding="utf-8"?>
<ds:datastoreItem xmlns:ds="http://schemas.openxmlformats.org/officeDocument/2006/customXml" ds:itemID="{D3E284A3-03D6-4BBD-86AA-12F8F8F8E210}">
  <ds:schemaRefs>
    <ds:schemaRef ds:uri="http://schemas.microsoft.com/VisualStudio/2011/storyboarding/control"/>
  </ds:schemaRefs>
</ds:datastoreItem>
</file>

<file path=customXml/itemProps62.xml><?xml version="1.0" encoding="utf-8"?>
<ds:datastoreItem xmlns:ds="http://schemas.openxmlformats.org/officeDocument/2006/customXml" ds:itemID="{6640FEFC-87DE-4241-AC20-5F0F9111FE41}">
  <ds:schemaRefs>
    <ds:schemaRef ds:uri="http://schemas.microsoft.com/VisualStudio/2011/storyboarding/control"/>
  </ds:schemaRefs>
</ds:datastoreItem>
</file>

<file path=customXml/itemProps63.xml><?xml version="1.0" encoding="utf-8"?>
<ds:datastoreItem xmlns:ds="http://schemas.openxmlformats.org/officeDocument/2006/customXml" ds:itemID="{B247EEDE-D537-4F7E-B2B5-8C5373ABF2C2}">
  <ds:schemaRefs>
    <ds:schemaRef ds:uri="http://schemas.microsoft.com/VisualStudio/2011/storyboarding/control"/>
  </ds:schemaRefs>
</ds:datastoreItem>
</file>

<file path=customXml/itemProps64.xml><?xml version="1.0" encoding="utf-8"?>
<ds:datastoreItem xmlns:ds="http://schemas.openxmlformats.org/officeDocument/2006/customXml" ds:itemID="{D0632D3C-AC0A-448D-88E2-7F30D787DE93}">
  <ds:schemaRefs>
    <ds:schemaRef ds:uri="http://schemas.microsoft.com/VisualStudio/2011/storyboarding/control"/>
  </ds:schemaRefs>
</ds:datastoreItem>
</file>

<file path=customXml/itemProps65.xml><?xml version="1.0" encoding="utf-8"?>
<ds:datastoreItem xmlns:ds="http://schemas.openxmlformats.org/officeDocument/2006/customXml" ds:itemID="{016963D4-E430-4F1A-BAC5-8A9DB41A6BF1}">
  <ds:schemaRefs>
    <ds:schemaRef ds:uri="http://schemas.microsoft.com/VisualStudio/2011/storyboarding/control"/>
  </ds:schemaRefs>
</ds:datastoreItem>
</file>

<file path=customXml/itemProps66.xml><?xml version="1.0" encoding="utf-8"?>
<ds:datastoreItem xmlns:ds="http://schemas.openxmlformats.org/officeDocument/2006/customXml" ds:itemID="{88E7C601-4C5C-4228-A0D9-4E330BD49487}">
  <ds:schemaRefs>
    <ds:schemaRef ds:uri="http://schemas.microsoft.com/VisualStudio/2011/storyboarding/control"/>
  </ds:schemaRefs>
</ds:datastoreItem>
</file>

<file path=customXml/itemProps67.xml><?xml version="1.0" encoding="utf-8"?>
<ds:datastoreItem xmlns:ds="http://schemas.openxmlformats.org/officeDocument/2006/customXml" ds:itemID="{CB50C0DC-1E9F-435F-B0E4-7CB7E705A81E}">
  <ds:schemaRefs>
    <ds:schemaRef ds:uri="http://schemas.microsoft.com/VisualStudio/2011/storyboarding/control"/>
  </ds:schemaRefs>
</ds:datastoreItem>
</file>

<file path=customXml/itemProps68.xml><?xml version="1.0" encoding="utf-8"?>
<ds:datastoreItem xmlns:ds="http://schemas.openxmlformats.org/officeDocument/2006/customXml" ds:itemID="{686A619E-018C-454A-A7E5-B954CD4338E3}">
  <ds:schemaRefs>
    <ds:schemaRef ds:uri="http://schemas.microsoft.com/VisualStudio/2011/storyboarding/control"/>
  </ds:schemaRefs>
</ds:datastoreItem>
</file>

<file path=customXml/itemProps69.xml><?xml version="1.0" encoding="utf-8"?>
<ds:datastoreItem xmlns:ds="http://schemas.openxmlformats.org/officeDocument/2006/customXml" ds:itemID="{0E0D1367-2C8E-4D02-A281-9898C85A33D5}">
  <ds:schemaRefs>
    <ds:schemaRef ds:uri="http://schemas.microsoft.com/VisualStudio/2011/storyboarding/control"/>
  </ds:schemaRefs>
</ds:datastoreItem>
</file>

<file path=customXml/itemProps70.xml><?xml version="1.0" encoding="utf-8"?>
<ds:datastoreItem xmlns:ds="http://schemas.openxmlformats.org/officeDocument/2006/customXml" ds:itemID="{5C853DE3-0E0A-4685-A783-ED1B920D097C}">
  <ds:schemaRefs>
    <ds:schemaRef ds:uri="http://schemas.microsoft.com/VisualStudio/2011/storyboarding/control"/>
  </ds:schemaRefs>
</ds:datastoreItem>
</file>

<file path=customXml/itemProps71.xml><?xml version="1.0" encoding="utf-8"?>
<ds:datastoreItem xmlns:ds="http://schemas.openxmlformats.org/officeDocument/2006/customXml" ds:itemID="{AF0A1625-DDA8-4A57-9128-70B7F3EF17BA}">
  <ds:schemaRefs>
    <ds:schemaRef ds:uri="http://schemas.microsoft.com/VisualStudio/2011/storyboarding/control"/>
  </ds:schemaRefs>
</ds:datastoreItem>
</file>

<file path=customXml/itemProps72.xml><?xml version="1.0" encoding="utf-8"?>
<ds:datastoreItem xmlns:ds="http://schemas.openxmlformats.org/officeDocument/2006/customXml" ds:itemID="{6112977D-1C1C-47FE-A473-DE0493AC9098}">
  <ds:schemaRefs>
    <ds:schemaRef ds:uri="http://schemas.microsoft.com/VisualStudio/2011/storyboarding/control"/>
  </ds:schemaRefs>
</ds:datastoreItem>
</file>

<file path=customXml/itemProps73.xml><?xml version="1.0" encoding="utf-8"?>
<ds:datastoreItem xmlns:ds="http://schemas.openxmlformats.org/officeDocument/2006/customXml" ds:itemID="{2C6A5757-9345-4922-A615-8C6E1E5001D7}">
  <ds:schemaRefs>
    <ds:schemaRef ds:uri="http://schemas.microsoft.com/VisualStudio/2011/storyboarding/control"/>
  </ds:schemaRefs>
</ds:datastoreItem>
</file>

<file path=customXml/itemProps74.xml><?xml version="1.0" encoding="utf-8"?>
<ds:datastoreItem xmlns:ds="http://schemas.openxmlformats.org/officeDocument/2006/customXml" ds:itemID="{F7CDA12E-0C4F-4D24-93B0-A2774F312774}">
  <ds:schemaRefs>
    <ds:schemaRef ds:uri="http://schemas.microsoft.com/VisualStudio/2011/storyboarding/control"/>
  </ds:schemaRefs>
</ds:datastoreItem>
</file>

<file path=customXml/itemProps75.xml><?xml version="1.0" encoding="utf-8"?>
<ds:datastoreItem xmlns:ds="http://schemas.openxmlformats.org/officeDocument/2006/customXml" ds:itemID="{F2385B52-4D44-4A7F-9033-455107BDF941}">
  <ds:schemaRefs>
    <ds:schemaRef ds:uri="http://schemas.microsoft.com/VisualStudio/2011/storyboarding/control"/>
  </ds:schemaRefs>
</ds:datastoreItem>
</file>

<file path=customXml/itemProps76.xml><?xml version="1.0" encoding="utf-8"?>
<ds:datastoreItem xmlns:ds="http://schemas.openxmlformats.org/officeDocument/2006/customXml" ds:itemID="{298438CC-7B23-4EBB-80DA-6FF79502C7AD}">
  <ds:schemaRefs>
    <ds:schemaRef ds:uri="http://schemas.microsoft.com/VisualStudio/2011/storyboarding/control"/>
  </ds:schemaRefs>
</ds:datastoreItem>
</file>

<file path=customXml/itemProps77.xml><?xml version="1.0" encoding="utf-8"?>
<ds:datastoreItem xmlns:ds="http://schemas.openxmlformats.org/officeDocument/2006/customXml" ds:itemID="{BE5AA32C-647A-4A13-AFFD-7ABB5A8E1689}">
  <ds:schemaRefs>
    <ds:schemaRef ds:uri="http://schemas.microsoft.com/VisualStudio/2011/storyboarding/control"/>
  </ds:schemaRefs>
</ds:datastoreItem>
</file>

<file path=customXml/itemProps78.xml><?xml version="1.0" encoding="utf-8"?>
<ds:datastoreItem xmlns:ds="http://schemas.openxmlformats.org/officeDocument/2006/customXml" ds:itemID="{4F840672-D751-4E5D-87E7-6E52FC2F6734}">
  <ds:schemaRefs>
    <ds:schemaRef ds:uri="http://schemas.microsoft.com/VisualStudio/2011/storyboarding/control"/>
  </ds:schemaRefs>
</ds:datastoreItem>
</file>

<file path=customXml/itemProps79.xml><?xml version="1.0" encoding="utf-8"?>
<ds:datastoreItem xmlns:ds="http://schemas.openxmlformats.org/officeDocument/2006/customXml" ds:itemID="{36516368-6840-472C-858F-9259A4499893}">
  <ds:schemaRefs>
    <ds:schemaRef ds:uri="http://schemas.microsoft.com/VisualStudio/2011/storyboarding/control"/>
  </ds:schemaRefs>
</ds:datastoreItem>
</file>

<file path=customXml/itemProps80.xml><?xml version="1.0" encoding="utf-8"?>
<ds:datastoreItem xmlns:ds="http://schemas.openxmlformats.org/officeDocument/2006/customXml" ds:itemID="{7660B0E9-2183-48A7-A047-6AEAB0D3474A}">
  <ds:schemaRefs>
    <ds:schemaRef ds:uri="http://schemas.microsoft.com/VisualStudio/2011/storyboarding/control"/>
  </ds:schemaRefs>
</ds:datastoreItem>
</file>

<file path=customXml/itemProps81.xml><?xml version="1.0" encoding="utf-8"?>
<ds:datastoreItem xmlns:ds="http://schemas.openxmlformats.org/officeDocument/2006/customXml" ds:itemID="{921CE22C-4C2A-44EC-A510-DBD8FC0CE3B9}">
  <ds:schemaRefs>
    <ds:schemaRef ds:uri="http://schemas.microsoft.com/VisualStudio/2011/storyboarding/control"/>
  </ds:schemaRefs>
</ds:datastoreItem>
</file>

<file path=customXml/itemProps82.xml><?xml version="1.0" encoding="utf-8"?>
<ds:datastoreItem xmlns:ds="http://schemas.openxmlformats.org/officeDocument/2006/customXml" ds:itemID="{B5A1B09E-CE38-4946-8FE5-6DD8B0C17D9E}">
  <ds:schemaRefs>
    <ds:schemaRef ds:uri="http://schemas.microsoft.com/VisualStudio/2011/storyboarding/control"/>
  </ds:schemaRefs>
</ds:datastoreItem>
</file>

<file path=customXml/itemProps83.xml><?xml version="1.0" encoding="utf-8"?>
<ds:datastoreItem xmlns:ds="http://schemas.openxmlformats.org/officeDocument/2006/customXml" ds:itemID="{55F6AFB3-A707-41F6-AC5A-98A713DCBE1E}">
  <ds:schemaRefs>
    <ds:schemaRef ds:uri="http://schemas.microsoft.com/VisualStudio/2011/storyboarding/control"/>
  </ds:schemaRefs>
</ds:datastoreItem>
</file>

<file path=customXml/itemProps84.xml><?xml version="1.0" encoding="utf-8"?>
<ds:datastoreItem xmlns:ds="http://schemas.openxmlformats.org/officeDocument/2006/customXml" ds:itemID="{76F763CA-DF7A-4B40-A7DA-AB42820DA570}">
  <ds:schemaRefs>
    <ds:schemaRef ds:uri="http://schemas.microsoft.com/VisualStudio/2011/storyboarding/control"/>
  </ds:schemaRefs>
</ds:datastoreItem>
</file>

<file path=customXml/itemProps85.xml><?xml version="1.0" encoding="utf-8"?>
<ds:datastoreItem xmlns:ds="http://schemas.openxmlformats.org/officeDocument/2006/customXml" ds:itemID="{39F3C28E-0F6D-4090-8699-B38BD951EEC2}">
  <ds:schemaRefs>
    <ds:schemaRef ds:uri="http://schemas.microsoft.com/VisualStudio/2011/storyboarding/control"/>
  </ds:schemaRefs>
</ds:datastoreItem>
</file>

<file path=customXml/itemProps86.xml><?xml version="1.0" encoding="utf-8"?>
<ds:datastoreItem xmlns:ds="http://schemas.openxmlformats.org/officeDocument/2006/customXml" ds:itemID="{3F12DF4D-1139-4852-87CA-456D81B368CD}">
  <ds:schemaRefs>
    <ds:schemaRef ds:uri="http://schemas.microsoft.com/VisualStudio/2011/storyboarding/control"/>
  </ds:schemaRefs>
</ds:datastoreItem>
</file>

<file path=customXml/itemProps87.xml><?xml version="1.0" encoding="utf-8"?>
<ds:datastoreItem xmlns:ds="http://schemas.openxmlformats.org/officeDocument/2006/customXml" ds:itemID="{998C39D3-E871-43D3-BFF6-333D2282571A}">
  <ds:schemaRefs>
    <ds:schemaRef ds:uri="http://schemas.microsoft.com/VisualStudio/2011/storyboarding/control"/>
  </ds:schemaRefs>
</ds:datastoreItem>
</file>

<file path=customXml/itemProps88.xml><?xml version="1.0" encoding="utf-8"?>
<ds:datastoreItem xmlns:ds="http://schemas.openxmlformats.org/officeDocument/2006/customXml" ds:itemID="{006C6BC6-EB8C-44A5-AEAA-8EC62D364D43}">
  <ds:schemaRefs>
    <ds:schemaRef ds:uri="http://schemas.microsoft.com/VisualStudio/2011/storyboarding/control"/>
  </ds:schemaRefs>
</ds:datastoreItem>
</file>

<file path=customXml/itemProps89.xml><?xml version="1.0" encoding="utf-8"?>
<ds:datastoreItem xmlns:ds="http://schemas.openxmlformats.org/officeDocument/2006/customXml" ds:itemID="{20B085C6-3DEE-45D3-A08E-3FEFE0BC623B}">
  <ds:schemaRefs>
    <ds:schemaRef ds:uri="http://schemas.microsoft.com/VisualStudio/2011/storyboarding/control"/>
  </ds:schemaRefs>
</ds:datastoreItem>
</file>

<file path=customXml/itemProps90.xml><?xml version="1.0" encoding="utf-8"?>
<ds:datastoreItem xmlns:ds="http://schemas.openxmlformats.org/officeDocument/2006/customXml" ds:itemID="{502F8726-BBD9-4370-8EAE-71FA45DC6654}">
  <ds:schemaRefs>
    <ds:schemaRef ds:uri="http://schemas.microsoft.com/VisualStudio/2011/storyboarding/control"/>
  </ds:schemaRefs>
</ds:datastoreItem>
</file>

<file path=customXml/itemProps91.xml><?xml version="1.0" encoding="utf-8"?>
<ds:datastoreItem xmlns:ds="http://schemas.openxmlformats.org/officeDocument/2006/customXml" ds:itemID="{A61F2105-7C96-4EEC-9744-6CF42D3A4E03}">
  <ds:schemaRefs>
    <ds:schemaRef ds:uri="http://schemas.microsoft.com/VisualStudio/2011/storyboarding/control"/>
  </ds:schemaRefs>
</ds:datastoreItem>
</file>

<file path=customXml/itemProps92.xml><?xml version="1.0" encoding="utf-8"?>
<ds:datastoreItem xmlns:ds="http://schemas.openxmlformats.org/officeDocument/2006/customXml" ds:itemID="{61C9582E-C8DA-47D1-8172-958B5B371EA1}">
  <ds:schemaRefs>
    <ds:schemaRef ds:uri="http://schemas.microsoft.com/VisualStudio/2011/storyboarding/control"/>
  </ds:schemaRefs>
</ds:datastoreItem>
</file>

<file path=customXml/itemProps93.xml><?xml version="1.0" encoding="utf-8"?>
<ds:datastoreItem xmlns:ds="http://schemas.openxmlformats.org/officeDocument/2006/customXml" ds:itemID="{FE1F4174-57D5-4065-87B5-C102108FA67D}">
  <ds:schemaRefs>
    <ds:schemaRef ds:uri="http://schemas.microsoft.com/VisualStudio/2011/storyboarding/control"/>
  </ds:schemaRefs>
</ds:datastoreItem>
</file>

<file path=customXml/itemProps94.xml><?xml version="1.0" encoding="utf-8"?>
<ds:datastoreItem xmlns:ds="http://schemas.openxmlformats.org/officeDocument/2006/customXml" ds:itemID="{D03E9583-48AB-4A6A-8085-D015054BB5C6}">
  <ds:schemaRefs>
    <ds:schemaRef ds:uri="http://schemas.microsoft.com/VisualStudio/2011/storyboarding/control"/>
  </ds:schemaRefs>
</ds:datastoreItem>
</file>

<file path=customXml/itemProps95.xml><?xml version="1.0" encoding="utf-8"?>
<ds:datastoreItem xmlns:ds="http://schemas.openxmlformats.org/officeDocument/2006/customXml" ds:itemID="{44A0F72A-F3F3-4290-A3A7-D4F50FD7A93A}">
  <ds:schemaRefs>
    <ds:schemaRef ds:uri="http://schemas.microsoft.com/VisualStudio/2011/storyboarding/control"/>
  </ds:schemaRefs>
</ds:datastoreItem>
</file>

<file path=customXml/itemProps96.xml><?xml version="1.0" encoding="utf-8"?>
<ds:datastoreItem xmlns:ds="http://schemas.openxmlformats.org/officeDocument/2006/customXml" ds:itemID="{190B0C33-F30B-4CEC-9DBC-78553B73F65E}">
  <ds:schemaRefs>
    <ds:schemaRef ds:uri="http://schemas.microsoft.com/VisualStudio/2011/storyboarding/control"/>
  </ds:schemaRefs>
</ds:datastoreItem>
</file>

<file path=customXml/itemProps97.xml><?xml version="1.0" encoding="utf-8"?>
<ds:datastoreItem xmlns:ds="http://schemas.openxmlformats.org/officeDocument/2006/customXml" ds:itemID="{6BCB1843-6600-4600-8019-04B2A701A939}">
  <ds:schemaRefs>
    <ds:schemaRef ds:uri="http://schemas.microsoft.com/VisualStudio/2011/storyboarding/control"/>
  </ds:schemaRefs>
</ds:datastoreItem>
</file>

<file path=customXml/itemProps98.xml><?xml version="1.0" encoding="utf-8"?>
<ds:datastoreItem xmlns:ds="http://schemas.openxmlformats.org/officeDocument/2006/customXml" ds:itemID="{7175938B-DEEF-4740-9A2D-F10D8E863FDB}">
  <ds:schemaRefs>
    <ds:schemaRef ds:uri="http://schemas.microsoft.com/VisualStudio/2011/storyboarding/control"/>
  </ds:schemaRefs>
</ds:datastoreItem>
</file>

<file path=customXml/itemProps99.xml><?xml version="1.0" encoding="utf-8"?>
<ds:datastoreItem xmlns:ds="http://schemas.openxmlformats.org/officeDocument/2006/customXml" ds:itemID="{5825198F-F43F-4E9C-B7EE-50FC125BA678}">
  <ds:schemaRefs>
    <ds:schemaRef ds:uri="http://schemas.microsoft.com/VisualStudio/2011/storyboarding/control"/>
  </ds:schemaRefs>
</ds:datastoreItem>
</file>

<file path=customXml/itemProps100.xml><?xml version="1.0" encoding="utf-8"?>
<ds:datastoreItem xmlns:ds="http://schemas.openxmlformats.org/officeDocument/2006/customXml" ds:itemID="{8A9DA5B2-4EB9-47F0-8B59-C9198DE8D581}">
  <ds:schemaRefs>
    <ds:schemaRef ds:uri="http://schemas.microsoft.com/VisualStudio/2011/storyboarding/control"/>
  </ds:schemaRefs>
</ds:datastoreItem>
</file>

<file path=customXml/itemProps101.xml><?xml version="1.0" encoding="utf-8"?>
<ds:datastoreItem xmlns:ds="http://schemas.openxmlformats.org/officeDocument/2006/customXml" ds:itemID="{59BAF8D6-64F5-4E90-847D-7F63941DB244}">
  <ds:schemaRefs>
    <ds:schemaRef ds:uri="http://schemas.microsoft.com/VisualStudio/2011/storyboarding/control"/>
  </ds:schemaRefs>
</ds:datastoreItem>
</file>

<file path=customXml/itemProps102.xml><?xml version="1.0" encoding="utf-8"?>
<ds:datastoreItem xmlns:ds="http://schemas.openxmlformats.org/officeDocument/2006/customXml" ds:itemID="{895FEB99-16DA-4BB8-B783-346D5C2D72E8}">
  <ds:schemaRefs>
    <ds:schemaRef ds:uri="http://schemas.microsoft.com/VisualStudio/2011/storyboarding/control"/>
  </ds:schemaRefs>
</ds:datastoreItem>
</file>

<file path=customXml/itemProps103.xml><?xml version="1.0" encoding="utf-8"?>
<ds:datastoreItem xmlns:ds="http://schemas.openxmlformats.org/officeDocument/2006/customXml" ds:itemID="{86F79FE1-D958-442C-8F2F-2D54F03ED916}">
  <ds:schemaRefs>
    <ds:schemaRef ds:uri="http://schemas.microsoft.com/VisualStudio/2011/storyboarding/control"/>
  </ds:schemaRefs>
</ds:datastoreItem>
</file>

<file path=customXml/itemProps104.xml><?xml version="1.0" encoding="utf-8"?>
<ds:datastoreItem xmlns:ds="http://schemas.openxmlformats.org/officeDocument/2006/customXml" ds:itemID="{EB03981C-444E-4DA2-B9E7-5FE8C0767297}">
  <ds:schemaRefs>
    <ds:schemaRef ds:uri="http://schemas.microsoft.com/VisualStudio/2011/storyboarding/control"/>
  </ds:schemaRefs>
</ds:datastoreItem>
</file>

<file path=customXml/itemProps105.xml><?xml version="1.0" encoding="utf-8"?>
<ds:datastoreItem xmlns:ds="http://schemas.openxmlformats.org/officeDocument/2006/customXml" ds:itemID="{EC8C7325-1765-42E6-9A27-5E9DB82107E7}">
  <ds:schemaRefs>
    <ds:schemaRef ds:uri="http://schemas.microsoft.com/VisualStudio/2011/storyboarding/control"/>
  </ds:schemaRefs>
</ds:datastoreItem>
</file>

<file path=customXml/itemProps106.xml><?xml version="1.0" encoding="utf-8"?>
<ds:datastoreItem xmlns:ds="http://schemas.openxmlformats.org/officeDocument/2006/customXml" ds:itemID="{A2D7CA9D-1277-4553-AC86-4F94C3F60264}">
  <ds:schemaRefs>
    <ds:schemaRef ds:uri="http://schemas.microsoft.com/VisualStudio/2011/storyboarding/control"/>
  </ds:schemaRefs>
</ds:datastoreItem>
</file>

<file path=customXml/itemProps107.xml><?xml version="1.0" encoding="utf-8"?>
<ds:datastoreItem xmlns:ds="http://schemas.openxmlformats.org/officeDocument/2006/customXml" ds:itemID="{BB75E4F5-5918-4B45-A0E0-FC992B304DAD}">
  <ds:schemaRefs>
    <ds:schemaRef ds:uri="http://schemas.microsoft.com/VisualStudio/2011/storyboarding/control"/>
  </ds:schemaRefs>
</ds:datastoreItem>
</file>

<file path=customXml/itemProps108.xml><?xml version="1.0" encoding="utf-8"?>
<ds:datastoreItem xmlns:ds="http://schemas.openxmlformats.org/officeDocument/2006/customXml" ds:itemID="{C95DB8C9-219C-4043-A040-3275EE77B447}">
  <ds:schemaRefs>
    <ds:schemaRef ds:uri="http://schemas.microsoft.com/VisualStudio/2011/storyboarding/control"/>
  </ds:schemaRefs>
</ds:datastoreItem>
</file>

<file path=customXml/itemProps109.xml><?xml version="1.0" encoding="utf-8"?>
<ds:datastoreItem xmlns:ds="http://schemas.openxmlformats.org/officeDocument/2006/customXml" ds:itemID="{FB84AAE3-48C7-4F90-9E6E-C5A12744B406}">
  <ds:schemaRefs>
    <ds:schemaRef ds:uri="http://schemas.microsoft.com/VisualStudio/2011/storyboarding/control"/>
  </ds:schemaRefs>
</ds:datastoreItem>
</file>

<file path=customXml/itemProps110.xml><?xml version="1.0" encoding="utf-8"?>
<ds:datastoreItem xmlns:ds="http://schemas.openxmlformats.org/officeDocument/2006/customXml" ds:itemID="{7227DA50-FE3E-443B-BF58-87C3CF0B60C4}">
  <ds:schemaRefs>
    <ds:schemaRef ds:uri="http://schemas.microsoft.com/VisualStudio/2011/storyboarding/control"/>
  </ds:schemaRefs>
</ds:datastoreItem>
</file>

<file path=customXml/itemProps111.xml><?xml version="1.0" encoding="utf-8"?>
<ds:datastoreItem xmlns:ds="http://schemas.openxmlformats.org/officeDocument/2006/customXml" ds:itemID="{2C9F2ED2-0611-4654-A81C-A3298D7C096F}">
  <ds:schemaRefs>
    <ds:schemaRef ds:uri="http://schemas.microsoft.com/VisualStudio/2011/storyboarding/control"/>
  </ds:schemaRefs>
</ds:datastoreItem>
</file>

<file path=customXml/itemProps112.xml><?xml version="1.0" encoding="utf-8"?>
<ds:datastoreItem xmlns:ds="http://schemas.openxmlformats.org/officeDocument/2006/customXml" ds:itemID="{A0DF2AC8-EFEB-4E43-B60E-4E3B02ED639A}">
  <ds:schemaRefs>
    <ds:schemaRef ds:uri="http://schemas.microsoft.com/VisualStudio/2011/storyboarding/control"/>
  </ds:schemaRefs>
</ds:datastoreItem>
</file>

<file path=customXml/itemProps113.xml><?xml version="1.0" encoding="utf-8"?>
<ds:datastoreItem xmlns:ds="http://schemas.openxmlformats.org/officeDocument/2006/customXml" ds:itemID="{AD5829B2-D908-4857-8490-3F3DC5F730DB}">
  <ds:schemaRefs>
    <ds:schemaRef ds:uri="http://schemas.microsoft.com/VisualStudio/2011/storyboarding/control"/>
  </ds:schemaRefs>
</ds:datastoreItem>
</file>

<file path=customXml/itemProps114.xml><?xml version="1.0" encoding="utf-8"?>
<ds:datastoreItem xmlns:ds="http://schemas.openxmlformats.org/officeDocument/2006/customXml" ds:itemID="{61EFBE5A-4ED3-4E1E-BF6A-8EDEA1D5331C}">
  <ds:schemaRefs>
    <ds:schemaRef ds:uri="http://schemas.microsoft.com/VisualStudio/2011/storyboarding/control"/>
  </ds:schemaRefs>
</ds:datastoreItem>
</file>

<file path=customXml/itemProps115.xml><?xml version="1.0" encoding="utf-8"?>
<ds:datastoreItem xmlns:ds="http://schemas.openxmlformats.org/officeDocument/2006/customXml" ds:itemID="{F75CDEBD-8A73-4DF6-A0D8-B2EE93E3E6F9}">
  <ds:schemaRefs>
    <ds:schemaRef ds:uri="http://schemas.microsoft.com/VisualStudio/2011/storyboarding/control"/>
  </ds:schemaRefs>
</ds:datastoreItem>
</file>

<file path=customXml/itemProps116.xml><?xml version="1.0" encoding="utf-8"?>
<ds:datastoreItem xmlns:ds="http://schemas.openxmlformats.org/officeDocument/2006/customXml" ds:itemID="{D5F22199-FA67-4BA3-BCCE-BB24F4E125C6}">
  <ds:schemaRefs>
    <ds:schemaRef ds:uri="http://schemas.microsoft.com/VisualStudio/2011/storyboarding/control"/>
  </ds:schemaRefs>
</ds:datastoreItem>
</file>

<file path=customXml/itemProps117.xml><?xml version="1.0" encoding="utf-8"?>
<ds:datastoreItem xmlns:ds="http://schemas.openxmlformats.org/officeDocument/2006/customXml" ds:itemID="{6B83B6BA-71B9-4BAA-866B-3A37A6515CC7}">
  <ds:schemaRefs>
    <ds:schemaRef ds:uri="http://schemas.microsoft.com/VisualStudio/2011/storyboarding/control"/>
  </ds:schemaRefs>
</ds:datastoreItem>
</file>

<file path=customXml/itemProps118.xml><?xml version="1.0" encoding="utf-8"?>
<ds:datastoreItem xmlns:ds="http://schemas.openxmlformats.org/officeDocument/2006/customXml" ds:itemID="{10441012-FC2B-4C61-A034-432F41C84CA4}">
  <ds:schemaRefs>
    <ds:schemaRef ds:uri="http://schemas.microsoft.com/VisualStudio/2011/storyboarding/control"/>
  </ds:schemaRefs>
</ds:datastoreItem>
</file>

<file path=customXml/itemProps119.xml><?xml version="1.0" encoding="utf-8"?>
<ds:datastoreItem xmlns:ds="http://schemas.openxmlformats.org/officeDocument/2006/customXml" ds:itemID="{18B8824A-784F-4293-840E-9BD7CFA00AE4}">
  <ds:schemaRefs>
    <ds:schemaRef ds:uri="http://schemas.microsoft.com/VisualStudio/2011/storyboarding/control"/>
  </ds:schemaRefs>
</ds:datastoreItem>
</file>

<file path=customXml/itemProps120.xml><?xml version="1.0" encoding="utf-8"?>
<ds:datastoreItem xmlns:ds="http://schemas.openxmlformats.org/officeDocument/2006/customXml" ds:itemID="{97E150D5-1660-4FD6-A7A1-AE70E79ED693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339</Words>
  <Application>Microsoft Office PowerPoint</Application>
  <PresentationFormat>Widescreen</PresentationFormat>
  <Paragraphs>102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Comic Sans MS</vt:lpstr>
      <vt:lpstr>Segoe</vt:lpstr>
      <vt:lpstr>Segoe UI</vt:lpstr>
      <vt:lpstr>Office Theme</vt:lpstr>
      <vt:lpstr>PowerPoint Presentation</vt:lpstr>
      <vt:lpstr>PowerPoint Presentation</vt:lpstr>
      <vt:lpstr>PowerPoint Presentation</vt:lpstr>
    </vt:vector>
  </TitlesOfParts>
  <Company>DSS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Hardin, Obie</dc:creator>
  <cp:lastModifiedBy>Jack Sharp</cp:lastModifiedBy>
  <cp:revision>20</cp:revision>
  <dcterms:created xsi:type="dcterms:W3CDTF">2017-09-11T20:26:08Z</dcterms:created>
  <dcterms:modified xsi:type="dcterms:W3CDTF">2017-09-12T02:28:18Z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  <property fmtid="{D5CDD505-2E9C-101B-9397-08002B2CF9AE}" pid="3" name="Tfs.PendingProjectCollectionUrl">
    <vt:lpwstr>https://bolowayteam.visualstudio.com/</vt:lpwstr>
  </property>
  <property fmtid="{D5CDD505-2E9C-101B-9397-08002B2CF9AE}" pid="4" name="Tfs.PendingWorkItemIds">
    <vt:lpwstr>54</vt:lpwstr>
  </property>
</Properties>
</file>